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24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03520" cy="68580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92240" y="0"/>
            <a:ext cx="548640" cy="6858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Training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Poshan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Audit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– Parakh Platform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Application Training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Madhya Pradesh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280160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Module Covers: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 Portal – geoportal.mp.gov.in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Mobile App – District GIS Parakh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Management (Super/Dept Admin)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School List &amp; Assignment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Dynamic Form Creation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Inspector Workflow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Verification &amp; Reports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1264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State Electronics Development Corporation (MPSeDC)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IT Center, 47-A Arera Hills, Bhopal | www.mpsedc.mp.gov.in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Poshan Social Audit – Web &amp; Mobile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56692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234440"/>
            <a:ext cx="438912" cy="117043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234440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1417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1783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District GIS Parakh? Social Audit objectives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56692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542032"/>
            <a:ext cx="438912" cy="117043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542032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7249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– Login &amp;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0906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geoportal.mp.gov.in/parakhweb/ | User roles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849624"/>
            <a:ext cx="56692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3849624"/>
            <a:ext cx="438912" cy="1170432"/>
          </a:xfrm>
          <a:prstGeom prst="rect">
            <a:avLst/>
          </a:prstGeom>
          <a:solidFill>
            <a:srgbClr val="006E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849624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0325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3982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→ Dept Admin → Nodal → Inspector creation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5157216"/>
            <a:ext cx="56692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5157216"/>
            <a:ext cx="438912" cy="117043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5157216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53400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List &amp; Assignment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57058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Nominating schools for PM Poshan Social Audit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1234440"/>
            <a:ext cx="56692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263640" y="1234440"/>
            <a:ext cx="438912" cy="1170432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63640" y="1234440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1417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1783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types, question setup, form visibility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2542032"/>
            <a:ext cx="56692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263640" y="2542032"/>
            <a:ext cx="438912" cy="117043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63640" y="2542032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12280" y="27249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– District GIS Parakh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12280" y="30906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school selection, data collection workflow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3849624"/>
            <a:ext cx="56692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263640" y="3849624"/>
            <a:ext cx="438912" cy="117043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263640" y="3849624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12280" y="40325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Workflow (App)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12280" y="43982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audit, photo capture, GPS, offline mode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5157216"/>
            <a:ext cx="56692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263640" y="5157216"/>
            <a:ext cx="438912" cy="117043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263640" y="5157216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12280" y="53400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Reports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12280" y="57058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portal: verify surveys, export data, dashboard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Platform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Parakh – Social Audit for PM Poshan Scheme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5394960" cy="516636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280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District GIS Parakh?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Parakh is an MPSeDC platform for the Govt. of Madhya Pradesh that enables digital social audits of government schemes through web and mobile channels.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Poshan (Mid-Day Meal) Social Audit: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 visit schools and collect data on food quality, attendance, cooking arrangements, infrastructure, and beneficiary count to ensure scheme compliance.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Hierarchy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109728" cy="25603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– 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94560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 – creates Dept Admins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096512"/>
            <a:ext cx="109728" cy="25603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40965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Admin –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94560" y="4096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Super Admin; creates Nodal Officers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443984"/>
            <a:ext cx="109728" cy="256032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4443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Officer –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94560" y="44439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District-level; creates Reporting Officers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791456"/>
            <a:ext cx="109728" cy="256032"/>
          </a:xfrm>
          <a:prstGeom prst="rect">
            <a:avLst/>
          </a:prstGeom>
          <a:solidFill>
            <a:srgbClr val="006E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" y="4791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Officer –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94560" y="4791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Block-level; creates Inspectors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5138928"/>
            <a:ext cx="109728" cy="25603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" y="5138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–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94560" y="5138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auditor – collects data via App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5486400"/>
            <a:ext cx="109728" cy="256032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5486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–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94560" y="548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access for general forms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1143000"/>
            <a:ext cx="5852160" cy="2560320"/>
          </a:xfrm>
          <a:prstGeom prst="roundRect">
            <a:avLst>
              <a:gd name="adj" fmla="val 3571"/>
            </a:avLst>
          </a:prstGeom>
          <a:solidFill>
            <a:srgbClr val="1A3A6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1792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geoportal.mp.gov.in/parakhweb/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19659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panel for all user &amp; form management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School list, nomination &amp; assignment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Dashboard, reports &amp; data verification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840480"/>
            <a:ext cx="5852160" cy="2468880"/>
          </a:xfrm>
          <a:prstGeom prst="roundRect">
            <a:avLst>
              <a:gd name="adj" fmla="val 3704"/>
            </a:avLst>
          </a:prstGeom>
          <a:solidFill>
            <a:srgbClr val="006E82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17920" y="39776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– District GIS Parakh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1792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Android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46634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Inspectors log in and select their assigned schools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Fill dynamic audit forms with photos &amp; GPS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in low connectivity / offline mode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Web Portal – Login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https://geoportal.mp.gov.in/parakhweb/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88720"/>
            <a:ext cx="5029200" cy="1783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306324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Open Web Browser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" y="33832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geoportal.mp.gov.in/parakhweb/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" y="374904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Select Login Type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0040" y="40690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Citizen 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General public access
</a:t>
            </a: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Vendor/Agency 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Agency logins
</a:t>
            </a: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 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For Super Admin, Dept Admin, Nodal Officer, RO, Inspector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" y="5349240"/>
            <a:ext cx="5029200" cy="347472"/>
          </a:xfrm>
          <a:prstGeom prst="rect">
            <a:avLst/>
          </a:prstGeom>
          <a:solidFill>
            <a:srgbClr val="FFE8E8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PM Poshan Social Audit – use DEPARTMENT login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0" y="1188720"/>
            <a:ext cx="6217920" cy="3657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9280" y="49377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Dashboard – User Statistics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669280" y="5257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Stats: 9,262 Inspectors | 1,261 Reporting Officers | 293 Nodal Officers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User Management – Step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Creates Department Admin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43000"/>
            <a:ext cx="7132320" cy="3154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343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Form – Web Portal (Master → Create User)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680960" y="1143000"/>
            <a:ext cx="4206240" cy="52120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8638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Super Admin Creates Dept Admin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0" y="17373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7863840" y="1828800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8638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66760" y="1828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09560" y="2148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Super Admin credentials (pmposhanadmin)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772400" y="26060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7863840" y="2697480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8638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66760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909560" y="3017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Master → Create User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772400" y="347472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7863840" y="3566160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8638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66760" y="3566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Form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909560" y="3886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Name, Mobile, Email, Designation, User Type = Dept Admin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772400" y="43434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7863840" y="4434840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86384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66760" y="4434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909560" y="4754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unique username &amp; save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772400" y="521208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366760" y="5303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Admin logs in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909560" y="56235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assigned credentials to set up their hierarchy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User Management – Step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Admin Creates Nodal Officer &amp; Inspector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43000"/>
            <a:ext cx="7498080" cy="3383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572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List – Department Admin View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046720" y="1143000"/>
            <a:ext cx="3840480" cy="52120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22960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Creation Flow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0" y="169164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8321040" y="1783080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3210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823960" y="17830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Admin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66760" y="21031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→ creates Nodal Officer at District level (e.g., Bhopal Nodal)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229600" y="2715768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321040" y="2807208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321040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823960" y="28072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Nodal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366760" y="31272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creates Reporting Officer at sub-district level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229600" y="3739896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8321040" y="3831336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8321040" y="3831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823960" y="38313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Officer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366760" y="415137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Inspector (recommended: Inspector under RO)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229600" y="4764024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8321040" y="4855464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8321040" y="4855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823960" y="48554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366760" y="517550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assigned schools and uses the mobile app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229600" y="589788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8229600" y="5897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Recommended: Create Inspectors under Reporting Officer (RO)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School List &amp; Nomination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Nominate Schools for PM Poshan Social Audit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43000"/>
            <a:ext cx="7772400" cy="4709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5897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List – Web Portal (PNRD-PMPOSHAN | Balaghat)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321040" y="1143000"/>
            <a:ext cx="3566160" cy="51206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45820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Access School List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458200" y="1691640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458200" y="1691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873252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Department: PNRD-PMPOSHAN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458200" y="231343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458200" y="2313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8732520" y="23134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District Name (e.g., Balaghat)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458200" y="2935224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458200" y="2935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8732520" y="293522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Block (e.g., Katangi)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458200" y="3557016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8458200" y="3557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8732520" y="35570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Non-Nominated vs Nominated schools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458200" y="4178808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8458200" y="4178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732520" y="41788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keyword for specific schools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458200" y="4800600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458200" y="4800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732520" y="4800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school row to Nominate for Social Audit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Assign School for Social Audit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Nominated Schools to Inspectors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5669280" cy="256032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188720"/>
            <a:ext cx="5669280" cy="2560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37947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School to Inspector – Web Portal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217920" y="37947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receives schools in mobile app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0" y="4114800"/>
            <a:ext cx="12161520" cy="36576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274320" y="425196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 for School Assignment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4709160"/>
            <a:ext cx="219456" cy="21945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274320" y="4709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48640" y="4663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'Assign Schools For Social Audit' in sidebar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206240" y="4709160"/>
            <a:ext cx="219456" cy="21945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4206240" y="4709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480560" y="4663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Department = PNRD-PMPOSHAN and District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138160" y="4709160"/>
            <a:ext cx="219456" cy="21945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8138160" y="4709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8412480" y="4663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Nominated schools list, select a school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274320" y="5257800"/>
            <a:ext cx="219456" cy="21945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274320" y="5257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48640" y="5212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Inspector from the dropdown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206240" y="5257800"/>
            <a:ext cx="219456" cy="21945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4206240" y="5257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480560" y="5212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'Assign' – Inspector can now see this school in their App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User Creation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Inspection Forms for PM Poshan Audit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Select Form Type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Daily/Frequent – Inspectors collecting data on assets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6002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E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department-level inputs by Dept Admin/Nodal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26480" y="16002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006E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2648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all citizens – public participation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52560" y="16002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0525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Form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with Data Collection – one-time surveys per school</a:t>
            </a:r>
            <a:endParaRPr lang="en-US" sz="8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3429000"/>
            <a:ext cx="5303520" cy="2743200"/>
          </a:xfrm>
          <a:prstGeom prst="rect">
            <a:avLst/>
          </a:prstGeom>
        </p:spPr>
      </p:pic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43600" y="3429000"/>
            <a:ext cx="5943600" cy="2743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74320" y="61996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Navigation – Web Portal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943600" y="619963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List / Create Form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Form Creation – Question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Main Questions and Sub-Questions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5486400" cy="246888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188720"/>
            <a:ext cx="5760720" cy="2468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3703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Question screen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126480" y="37033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list view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0" y="3977640"/>
            <a:ext cx="12161520" cy="36576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274320" y="4114800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274320" y="4114800"/>
            <a:ext cx="2240280" cy="3200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274320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65760" y="4480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Create Question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" y="48920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Form builder, click 'Create Question'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651760" y="4114800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2651760" y="4114800"/>
            <a:ext cx="2240280" cy="3200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2651760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2743200" y="4480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Main Question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743200" y="48920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"Is the work completed on time?"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029200" y="4114800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5029200" y="4114800"/>
            <a:ext cx="2240280" cy="3200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5029200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120640" y="4480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Sub Questions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120640" y="48920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"If No, specify reason" – linked to parent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7406640" y="4114800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7406640" y="4114800"/>
            <a:ext cx="2240280" cy="3200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7406640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7498080" y="4480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Question Type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7498080" y="48920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Number, Yes/No, Date, Photo, GPS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9784080" y="4114800"/>
            <a:ext cx="2240280" cy="237744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2"/>
          <p:cNvSpPr/>
          <p:nvPr/>
        </p:nvSpPr>
        <p:spPr>
          <a:xfrm>
            <a:off x="9784080" y="4114800"/>
            <a:ext cx="2240280" cy="3200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9784080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9875520" y="4480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Visibility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9875520" y="48920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who can see: Dept Users / Inspector / Citizens</a:t>
            </a:r>
            <a:endParaRPr lang="en-US" sz="9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0" y="4114800"/>
            <a:ext cx="9144" cy="91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Mobile App – District GIS Parakh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workflow on Android 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2011680" cy="50292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06040" y="1188720"/>
            <a:ext cx="2011680" cy="5029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Navigation Menu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2606040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Selection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937760" y="1143000"/>
            <a:ext cx="694944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5120640" y="12801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Steps on Mobile App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0" y="1737360"/>
            <a:ext cx="6675120" cy="667512"/>
          </a:xfrm>
          <a:prstGeom prst="roundRect">
            <a:avLst>
              <a:gd name="adj" fmla="val 13699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120640" y="1828800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120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623560" y="182880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Install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166360" y="2148840"/>
            <a:ext cx="6446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District GIS Parakh from Play Store or APK link provided by Dept Admin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29200" y="2496312"/>
            <a:ext cx="6675120" cy="667512"/>
          </a:xfrm>
          <a:prstGeom prst="roundRect">
            <a:avLst>
              <a:gd name="adj" fmla="val 13699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5120640" y="2587752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512064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623560" y="258775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166360" y="2907792"/>
            <a:ext cx="6446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credentials created by Reporting Officer / Nodal Officer (Department login)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029200" y="3255264"/>
            <a:ext cx="6675120" cy="667512"/>
          </a:xfrm>
          <a:prstGeom prst="roundRect">
            <a:avLst>
              <a:gd name="adj" fmla="val 13699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5120640" y="3346704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512064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623560" y="334670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District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166360" y="3666744"/>
            <a:ext cx="6446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shows districts; tap to select assigned district (e.g., Bhopal, Balaghat)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029200" y="4014216"/>
            <a:ext cx="6675120" cy="667512"/>
          </a:xfrm>
          <a:prstGeom prst="roundRect">
            <a:avLst>
              <a:gd name="adj" fmla="val 13699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5120640" y="4105656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5120640" y="4105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623560" y="410565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Schools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166360" y="4425696"/>
            <a:ext cx="6446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Schools → Assign Schools For Social Audit → your assigned schools appear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029200" y="4773168"/>
            <a:ext cx="6675120" cy="667512"/>
          </a:xfrm>
          <a:prstGeom prst="roundRect">
            <a:avLst>
              <a:gd name="adj" fmla="val 13699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5120640" y="4864608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5120640" y="4864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623560" y="486460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Social Audit Form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166360" y="5184648"/>
            <a:ext cx="6446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school → open PM Poshan inspection form → fill all sections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5029200" y="5532120"/>
            <a:ext cx="6675120" cy="667512"/>
          </a:xfrm>
          <a:prstGeom prst="roundRect">
            <a:avLst>
              <a:gd name="adj" fmla="val 13699"/>
            </a:avLst>
          </a:prstGeom>
          <a:solidFill>
            <a:srgbClr val="F4F7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8"/>
          <p:cNvSpPr/>
          <p:nvPr/>
        </p:nvSpPr>
        <p:spPr>
          <a:xfrm>
            <a:off x="5120640" y="5623560"/>
            <a:ext cx="411480" cy="41148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9"/>
          <p:cNvSpPr/>
          <p:nvPr/>
        </p:nvSpPr>
        <p:spPr>
          <a:xfrm>
            <a:off x="5120640" y="5623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623560" y="562356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/ Save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5166360" y="5943600"/>
            <a:ext cx="6446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completed form; GPS location and timestamps auto-captured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Mobile App – Key Screens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Poshan Social Audit – Inspector Mobile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3749040" cy="2468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4320" y="370332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7432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06240" y="1188720"/>
            <a:ext cx="3749040" cy="2468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06240" y="370332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20624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Selection</a:t>
            </a:r>
            <a:endParaRPr lang="en-US" sz="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38160" y="1188720"/>
            <a:ext cx="3749040" cy="2468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138160" y="370332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813816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Fill – Section 1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4320" y="4023360"/>
            <a:ext cx="3749040" cy="2468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74320" y="653796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274320" y="6537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Fill – Section 2</a:t>
            </a:r>
            <a:endParaRPr lang="en-US" sz="9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06240" y="4023360"/>
            <a:ext cx="3749040" cy="246888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206240" y="653796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/>
          <p:nvPr/>
        </p:nvSpPr>
        <p:spPr>
          <a:xfrm>
            <a:off x="4206240" y="6537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Capture</a:t>
            </a:r>
            <a:endParaRPr lang="en-US" sz="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38160" y="4023360"/>
            <a:ext cx="3749040" cy="2468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8138160" y="653796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/>
          <p:nvPr/>
        </p:nvSpPr>
        <p:spPr>
          <a:xfrm>
            <a:off x="8138160" y="6537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Verification &amp; Reports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– Verify Surveys &amp; Export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0" y="137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0" y="137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 | District GIS Parakh | PM Poshan Social Audit Training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70432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5943600" cy="301752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1188720"/>
            <a:ext cx="5394960" cy="3017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42519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Survey / Inspection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492240" y="425196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0" y="4526280"/>
            <a:ext cx="12161520" cy="36576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274320" y="466344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 for Verifiers (Nodal Officer / RO)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510235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54864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Survey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" y="5349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Verify Survey/Inspection, select school, review submitted form data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63640" y="510235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53796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37960" y="5349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correctly filled forms or send back to Inspector with remarks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74320" y="583387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548640" y="5760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48640" y="6080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section provides tabular/graphical summary of audits completed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263640" y="583387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6537960" y="5760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537960" y="6080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audit data to Excel for further analysis or record keeping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Complete!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Poshan Social Audit – District GIS Parakh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6858000" cy="4389120"/>
          </a:xfrm>
          <a:prstGeom prst="roundRect">
            <a:avLst>
              <a:gd name="adj" fmla="val 2500"/>
            </a:avLst>
          </a:prstGeom>
          <a:solidFill>
            <a:srgbClr val="1321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You've Learned Today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5603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Web Portal login and navigation (Dept, Citizen, Vendor)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User management: Super Admin → Dept Admin → Nodal → RO → Inspector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69417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School nomination and assignment for PM Poshan Social Audit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26110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Dynamic form creation: types, questions, sub-questions, visibility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482803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Mobile App: district selection, school list, form filling &amp; submission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53949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Verification workflow and report export from web portal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965960"/>
            <a:ext cx="3794760" cy="4389120"/>
          </a:xfrm>
          <a:prstGeom prst="roundRect">
            <a:avLst>
              <a:gd name="adj" fmla="val 2892"/>
            </a:avLst>
          </a:prstGeom>
          <a:solidFill>
            <a:srgbClr val="1A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75320" y="2148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Resources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2606040"/>
            <a:ext cx="3429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geoportal.mp.gov.in/parakhweb/
</a:t>
            </a:r>
            <a:r>
              <a:rPr lang="en-US" sz="10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MPSeDC: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IT Center, 47-A Arera Hills
Bhopal, MP – 462011
</a:t>
            </a:r>
            <a:r>
              <a:rPr lang="en-US" sz="10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+91-755-2518300
</a:t>
            </a:r>
            <a:r>
              <a:rPr lang="en-US" sz="10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www.mpsedc.mp.gov.in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64008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धन्यवाद | 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1591</Words>
  <Application>Microsoft Office PowerPoint</Application>
  <PresentationFormat>Widescreen</PresentationFormat>
  <Paragraphs>306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MPSeDC Training – PM Poshan Social Audit</dc:title>
  <dc:subject>PptxGenJS Presentation</dc:subject>
  <dc:creator>PptxGenJS</dc:creator>
  <cp:lastModifiedBy>Dheeraj Motiyani</cp:lastModifiedBy>
  <cp:revision>2</cp:revision>
  <dcterms:created xsi:type="dcterms:W3CDTF">2026-06-24T03:26:13Z</dcterms:created>
  <dcterms:modified xsi:type="dcterms:W3CDTF">2026-06-24T11:24:35Z</dcterms:modified>
</cp:coreProperties>
</file>