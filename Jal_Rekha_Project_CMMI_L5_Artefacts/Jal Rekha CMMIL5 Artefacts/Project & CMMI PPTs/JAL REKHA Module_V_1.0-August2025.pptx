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42"/>
  </p:notesMasterIdLst>
  <p:sldIdLst>
    <p:sldId id="3307" r:id="rId3"/>
    <p:sldId id="2147376640" r:id="rId4"/>
    <p:sldId id="2147376644" r:id="rId5"/>
    <p:sldId id="2147376615" r:id="rId6"/>
    <p:sldId id="2147376728" r:id="rId7"/>
    <p:sldId id="2147375289" r:id="rId8"/>
    <p:sldId id="2147376730" r:id="rId9"/>
    <p:sldId id="2147376739" r:id="rId10"/>
    <p:sldId id="2147376708" r:id="rId11"/>
    <p:sldId id="2147376709" r:id="rId12"/>
    <p:sldId id="2147376740" r:id="rId13"/>
    <p:sldId id="2147376707" r:id="rId14"/>
    <p:sldId id="2147376735" r:id="rId15"/>
    <p:sldId id="2147376710" r:id="rId16"/>
    <p:sldId id="2147376711" r:id="rId17"/>
    <p:sldId id="2147376712" r:id="rId18"/>
    <p:sldId id="2147376713" r:id="rId19"/>
    <p:sldId id="2147376697" r:id="rId20"/>
    <p:sldId id="2147376718" r:id="rId21"/>
    <p:sldId id="2147376699" r:id="rId22"/>
    <p:sldId id="2147376717" r:id="rId23"/>
    <p:sldId id="2147376729" r:id="rId24"/>
    <p:sldId id="2147376736" r:id="rId25"/>
    <p:sldId id="2147376719" r:id="rId26"/>
    <p:sldId id="2147376737" r:id="rId27"/>
    <p:sldId id="2147376734" r:id="rId28"/>
    <p:sldId id="2147376738" r:id="rId29"/>
    <p:sldId id="2147376732" r:id="rId30"/>
    <p:sldId id="2147376733" r:id="rId31"/>
    <p:sldId id="2147376701" r:id="rId32"/>
    <p:sldId id="2147376731" r:id="rId33"/>
    <p:sldId id="2147376720" r:id="rId34"/>
    <p:sldId id="2147376721" r:id="rId35"/>
    <p:sldId id="2147376722" r:id="rId36"/>
    <p:sldId id="2147376723" r:id="rId37"/>
    <p:sldId id="2147376724" r:id="rId38"/>
    <p:sldId id="2147376725" r:id="rId39"/>
    <p:sldId id="2147376726" r:id="rId40"/>
    <p:sldId id="2147376705" r:id="rId41"/>
  </p:sldIdLst>
  <p:sldSz cx="12192000" cy="6858000"/>
  <p:notesSz cx="7102475"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59CB32-C763-118E-E290-71DB853B04DB}" name="Ashwani Mishra" initials="AM" userId="S::Ashwani.Mishra@in.ey.com::15d57bc9-d3a4-4ee8-885b-38ce2f0c857c" providerId="AD"/>
  <p188:author id="{33EB0DC6-B965-787E-5A9E-C2499ACE921B}" name="MD MP JAL NIGAM" initials="MM" userId="7d55715244b9c697"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4349C3"/>
    <a:srgbClr val="7B1D20"/>
    <a:srgbClr val="D93A34"/>
    <a:srgbClr val="4F91E9"/>
    <a:srgbClr val="D7F2F3"/>
    <a:srgbClr val="DAEEF0"/>
    <a:srgbClr val="CEFCFC"/>
    <a:srgbClr val="D5FA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613" autoAdjust="0"/>
  </p:normalViewPr>
  <p:slideViewPr>
    <p:cSldViewPr snapToGrid="0">
      <p:cViewPr varScale="1">
        <p:scale>
          <a:sx n="62" d="100"/>
          <a:sy n="62"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48"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D0CCAF-7861-46C4-B507-7C99D27FD136}" type="doc">
      <dgm:prSet loTypeId="urn:microsoft.com/office/officeart/2005/8/layout/hList1" loCatId="list" qsTypeId="urn:microsoft.com/office/officeart/2005/8/quickstyle/simple4" qsCatId="simple" csTypeId="urn:microsoft.com/office/officeart/2005/8/colors/colorful4" csCatId="colorful" phldr="1"/>
      <dgm:spPr/>
      <dgm:t>
        <a:bodyPr/>
        <a:lstStyle/>
        <a:p>
          <a:endParaRPr lang="en-IN"/>
        </a:p>
      </dgm:t>
    </dgm:pt>
    <dgm:pt modelId="{22062808-8E4D-4006-8679-51EF0FFA3E9F}">
      <dgm:prSet phldrT="[Text]" custT="1"/>
      <dgm:spPr/>
      <dgm:t>
        <a:bodyPr/>
        <a:lstStyle/>
        <a:p>
          <a:r>
            <a:rPr lang="en-IN" sz="2400" b="1" dirty="0"/>
            <a:t>1. </a:t>
          </a:r>
          <a:r>
            <a:rPr lang="en-IN" sz="2400" b="1" dirty="0">
              <a:latin typeface="Times New Roman" panose="02020603050405020304" pitchFamily="18" charset="0"/>
              <a:cs typeface="Times New Roman" panose="02020603050405020304" pitchFamily="18" charset="0"/>
            </a:rPr>
            <a:t>Execution</a:t>
          </a:r>
        </a:p>
      </dgm:t>
    </dgm:pt>
    <dgm:pt modelId="{D765265D-8F80-406C-B81D-2C4639FBE499}" type="parTrans" cxnId="{AD8A1595-3A41-436B-BC6A-70C235C39ACB}">
      <dgm:prSet/>
      <dgm:spPr/>
      <dgm:t>
        <a:bodyPr/>
        <a:lstStyle/>
        <a:p>
          <a:endParaRPr lang="en-IN" sz="1800"/>
        </a:p>
      </dgm:t>
    </dgm:pt>
    <dgm:pt modelId="{02D8E8F5-D8F6-4A7A-BB7B-9770E0CC63F4}" type="sibTrans" cxnId="{AD8A1595-3A41-436B-BC6A-70C235C39ACB}">
      <dgm:prSet/>
      <dgm:spPr/>
      <dgm:t>
        <a:bodyPr/>
        <a:lstStyle/>
        <a:p>
          <a:endParaRPr lang="en-IN" sz="1800"/>
        </a:p>
      </dgm:t>
    </dgm:pt>
    <dgm:pt modelId="{4887B29E-8F87-492F-8989-E02A3E3F1635}">
      <dgm:prSet phldrT="[Text]" custT="1"/>
      <dgm:spPr/>
      <dgm:t>
        <a:bodyPr/>
        <a:lstStyle/>
        <a:p>
          <a:r>
            <a:rPr lang="en-IN" sz="2000" b="1"/>
            <a:t>Jal Rekha</a:t>
          </a:r>
        </a:p>
      </dgm:t>
    </dgm:pt>
    <dgm:pt modelId="{B5545F4E-FDC4-43E7-90A4-B91170B80F00}" type="parTrans" cxnId="{B0A87981-80D1-452D-B0B7-AB6A0FBDC678}">
      <dgm:prSet/>
      <dgm:spPr/>
      <dgm:t>
        <a:bodyPr/>
        <a:lstStyle/>
        <a:p>
          <a:endParaRPr lang="en-IN" sz="1800"/>
        </a:p>
      </dgm:t>
    </dgm:pt>
    <dgm:pt modelId="{7F117703-B181-45C9-A00C-995D7D421F56}" type="sibTrans" cxnId="{B0A87981-80D1-452D-B0B7-AB6A0FBDC678}">
      <dgm:prSet/>
      <dgm:spPr/>
      <dgm:t>
        <a:bodyPr/>
        <a:lstStyle/>
        <a:p>
          <a:endParaRPr lang="en-IN" sz="1800"/>
        </a:p>
      </dgm:t>
    </dgm:pt>
    <dgm:pt modelId="{48762013-172F-4BCF-9D29-A7FB498C7B7B}">
      <dgm:prSet phldrT="[Text]" custT="1"/>
      <dgm:spPr/>
      <dgm:t>
        <a:bodyPr/>
        <a:lstStyle/>
        <a:p>
          <a:r>
            <a:rPr lang="en-IN" sz="2000"/>
            <a:t>Asset Mapping</a:t>
          </a:r>
        </a:p>
      </dgm:t>
    </dgm:pt>
    <dgm:pt modelId="{D59C2FF1-B377-4E88-AF5B-3FFFF1E9F7F2}" type="parTrans" cxnId="{BC477B01-C9DC-4A84-B32C-37646C5D71B7}">
      <dgm:prSet/>
      <dgm:spPr/>
      <dgm:t>
        <a:bodyPr/>
        <a:lstStyle/>
        <a:p>
          <a:endParaRPr lang="en-IN" sz="1800"/>
        </a:p>
      </dgm:t>
    </dgm:pt>
    <dgm:pt modelId="{7D573EBC-523A-48C5-81FE-7230629E4496}" type="sibTrans" cxnId="{BC477B01-C9DC-4A84-B32C-37646C5D71B7}">
      <dgm:prSet/>
      <dgm:spPr/>
      <dgm:t>
        <a:bodyPr/>
        <a:lstStyle/>
        <a:p>
          <a:endParaRPr lang="en-IN" sz="1800"/>
        </a:p>
      </dgm:t>
    </dgm:pt>
    <dgm:pt modelId="{58300302-8125-4723-BAB6-2899192DA0CB}">
      <dgm:prSet phldrT="[Text]" custT="1"/>
      <dgm:spPr/>
      <dgm:t>
        <a:bodyPr/>
        <a:lstStyle/>
        <a:p>
          <a:r>
            <a:rPr lang="en-IN" sz="2400" b="1" dirty="0">
              <a:latin typeface="Times New Roman" panose="02020603050405020304" pitchFamily="18" charset="0"/>
              <a:cs typeface="Times New Roman" panose="02020603050405020304" pitchFamily="18" charset="0"/>
            </a:rPr>
            <a:t>2. O&amp;M</a:t>
          </a:r>
        </a:p>
      </dgm:t>
    </dgm:pt>
    <dgm:pt modelId="{C94987CC-79EF-47E3-BEE8-E76CC5EB8F13}" type="parTrans" cxnId="{8BF1547C-7B93-4DA6-B1A0-747C0906025C}">
      <dgm:prSet/>
      <dgm:spPr/>
      <dgm:t>
        <a:bodyPr/>
        <a:lstStyle/>
        <a:p>
          <a:endParaRPr lang="en-IN" sz="1800"/>
        </a:p>
      </dgm:t>
    </dgm:pt>
    <dgm:pt modelId="{67393997-F2D1-401B-A70C-DB47915023AD}" type="sibTrans" cxnId="{8BF1547C-7B93-4DA6-B1A0-747C0906025C}">
      <dgm:prSet/>
      <dgm:spPr/>
      <dgm:t>
        <a:bodyPr/>
        <a:lstStyle/>
        <a:p>
          <a:endParaRPr lang="en-IN" sz="1800"/>
        </a:p>
      </dgm:t>
    </dgm:pt>
    <dgm:pt modelId="{44065A1D-7E7A-4855-B557-4929DF8B9034}">
      <dgm:prSet phldrT="[Text]" custT="1"/>
      <dgm:spPr/>
      <dgm:t>
        <a:bodyPr/>
        <a:lstStyle/>
        <a:p>
          <a:r>
            <a:rPr lang="en-IN" sz="2000" kern="1200"/>
            <a:t>Dhara</a:t>
          </a:r>
        </a:p>
      </dgm:t>
    </dgm:pt>
    <dgm:pt modelId="{9F37F2AE-0B97-4548-9111-DC475B542030}" type="parTrans" cxnId="{A1B7520F-0F6A-4F75-9B61-4AD49240C60B}">
      <dgm:prSet/>
      <dgm:spPr/>
      <dgm:t>
        <a:bodyPr/>
        <a:lstStyle/>
        <a:p>
          <a:endParaRPr lang="en-IN" sz="1800"/>
        </a:p>
      </dgm:t>
    </dgm:pt>
    <dgm:pt modelId="{F610CEAE-8FDB-4411-B092-EC71237A9A46}" type="sibTrans" cxnId="{A1B7520F-0F6A-4F75-9B61-4AD49240C60B}">
      <dgm:prSet/>
      <dgm:spPr/>
      <dgm:t>
        <a:bodyPr/>
        <a:lstStyle/>
        <a:p>
          <a:endParaRPr lang="en-IN" sz="1800"/>
        </a:p>
      </dgm:t>
    </dgm:pt>
    <dgm:pt modelId="{E8B52B34-6DF9-4EDB-BAA4-C868CDFF7AF9}">
      <dgm:prSet phldrT="[Text]" custT="1"/>
      <dgm:spPr/>
      <dgm:t>
        <a:bodyPr/>
        <a:lstStyle/>
        <a:p>
          <a:r>
            <a:rPr lang="en-IN" sz="2000" dirty="0" err="1"/>
            <a:t>Anushravan</a:t>
          </a:r>
          <a:endParaRPr lang="en-IN" sz="2000" dirty="0"/>
        </a:p>
      </dgm:t>
    </dgm:pt>
    <dgm:pt modelId="{7A06DE00-D324-4F5A-BF4C-075E0F4BE475}" type="parTrans" cxnId="{AD287D8A-EC6F-4825-9EFC-8371E1243C05}">
      <dgm:prSet/>
      <dgm:spPr/>
      <dgm:t>
        <a:bodyPr/>
        <a:lstStyle/>
        <a:p>
          <a:endParaRPr lang="en-IN" sz="1800"/>
        </a:p>
      </dgm:t>
    </dgm:pt>
    <dgm:pt modelId="{14608FF4-9EDD-41E3-A1DF-29E4D3464527}" type="sibTrans" cxnId="{AD287D8A-EC6F-4825-9EFC-8371E1243C05}">
      <dgm:prSet/>
      <dgm:spPr/>
      <dgm:t>
        <a:bodyPr/>
        <a:lstStyle/>
        <a:p>
          <a:endParaRPr lang="en-IN" sz="1800"/>
        </a:p>
      </dgm:t>
    </dgm:pt>
    <dgm:pt modelId="{D6F14941-4478-46D7-8C72-0BCFB98B6DC4}">
      <dgm:prSet phldrT="[Text]" custT="1"/>
      <dgm:spPr/>
      <dgm:t>
        <a:bodyPr/>
        <a:lstStyle/>
        <a:p>
          <a:r>
            <a:rPr lang="en-IN" sz="2000" b="1" kern="1200"/>
            <a:t>Jal Rekha</a:t>
          </a:r>
        </a:p>
      </dgm:t>
    </dgm:pt>
    <dgm:pt modelId="{EEE19B9D-9D8E-4E59-B191-3155101E6899}" type="parTrans" cxnId="{B1D4B556-75E3-4197-83E5-B93032153A7A}">
      <dgm:prSet/>
      <dgm:spPr/>
      <dgm:t>
        <a:bodyPr/>
        <a:lstStyle/>
        <a:p>
          <a:endParaRPr lang="en-IN" sz="1800"/>
        </a:p>
      </dgm:t>
    </dgm:pt>
    <dgm:pt modelId="{E5DAA580-4D69-45F2-B104-DAFE506F8322}" type="sibTrans" cxnId="{B1D4B556-75E3-4197-83E5-B93032153A7A}">
      <dgm:prSet/>
      <dgm:spPr/>
      <dgm:t>
        <a:bodyPr/>
        <a:lstStyle/>
        <a:p>
          <a:endParaRPr lang="en-IN" sz="1800"/>
        </a:p>
      </dgm:t>
    </dgm:pt>
    <dgm:pt modelId="{93FFD36B-F548-4311-88C2-7AF7FE3A2C58}">
      <dgm:prSet phldrT="[Text]" custT="1"/>
      <dgm:spPr/>
      <dgm:t>
        <a:bodyPr/>
        <a:lstStyle/>
        <a:p>
          <a:r>
            <a:rPr lang="en-IN" sz="2000" kern="1200" dirty="0" err="1"/>
            <a:t>Nirmal</a:t>
          </a:r>
          <a:endParaRPr lang="en-IN" sz="2000" kern="1200" dirty="0"/>
        </a:p>
      </dgm:t>
    </dgm:pt>
    <dgm:pt modelId="{3ED366D1-8C6B-4A7E-920D-E9D6401CE48B}" type="parTrans" cxnId="{E96A9EB0-C8C9-4FDA-A064-850908B0F73C}">
      <dgm:prSet/>
      <dgm:spPr/>
      <dgm:t>
        <a:bodyPr/>
        <a:lstStyle/>
        <a:p>
          <a:endParaRPr lang="en-IN" sz="1800"/>
        </a:p>
      </dgm:t>
    </dgm:pt>
    <dgm:pt modelId="{7C64B117-AF80-48EF-89AA-928F503CD7C7}" type="sibTrans" cxnId="{E96A9EB0-C8C9-4FDA-A064-850908B0F73C}">
      <dgm:prSet/>
      <dgm:spPr/>
      <dgm:t>
        <a:bodyPr/>
        <a:lstStyle/>
        <a:p>
          <a:endParaRPr lang="en-IN" sz="1800"/>
        </a:p>
      </dgm:t>
    </dgm:pt>
    <dgm:pt modelId="{ACD98C00-9CE3-403E-8596-D05AC4C8CF3A}">
      <dgm:prSet phldrT="[Text]" custT="1"/>
      <dgm:spPr/>
      <dgm:t>
        <a:bodyPr/>
        <a:lstStyle/>
        <a:p>
          <a:r>
            <a:rPr lang="en-IN" sz="2000" b="0" dirty="0"/>
            <a:t>Sopan</a:t>
          </a:r>
        </a:p>
      </dgm:t>
    </dgm:pt>
    <dgm:pt modelId="{9FA1ED72-673B-46EF-A30B-A0AD003001F8}" type="parTrans" cxnId="{9490BA82-6168-413B-8897-338FDFFA3A64}">
      <dgm:prSet/>
      <dgm:spPr/>
      <dgm:t>
        <a:bodyPr/>
        <a:lstStyle/>
        <a:p>
          <a:endParaRPr lang="en-IN"/>
        </a:p>
      </dgm:t>
    </dgm:pt>
    <dgm:pt modelId="{E18FBD2E-35A3-4DA0-9F67-D57FB5AC8A03}" type="sibTrans" cxnId="{9490BA82-6168-413B-8897-338FDFFA3A64}">
      <dgm:prSet/>
      <dgm:spPr/>
      <dgm:t>
        <a:bodyPr/>
        <a:lstStyle/>
        <a:p>
          <a:endParaRPr lang="en-IN"/>
        </a:p>
      </dgm:t>
    </dgm:pt>
    <dgm:pt modelId="{A26FE152-3758-491A-9FE4-756EDC8CB539}">
      <dgm:prSet phldrT="[Text]" custT="1"/>
      <dgm:spPr/>
      <dgm:t>
        <a:bodyPr/>
        <a:lstStyle/>
        <a:p>
          <a:r>
            <a:rPr lang="en-IN" sz="2000" kern="1200" dirty="0" err="1"/>
            <a:t>Jal</a:t>
          </a:r>
          <a:r>
            <a:rPr lang="en-IN" sz="2000" kern="1200" dirty="0"/>
            <a:t> </a:t>
          </a:r>
          <a:r>
            <a:rPr lang="en-IN" sz="2000" kern="1200" dirty="0" err="1"/>
            <a:t>Samadhan</a:t>
          </a:r>
          <a:endParaRPr lang="en-IN" sz="2000" kern="1200" dirty="0"/>
        </a:p>
      </dgm:t>
    </dgm:pt>
    <dgm:pt modelId="{CE65B556-89A3-42BC-8E90-D439911A8A77}" type="parTrans" cxnId="{8C20AC39-655B-4F77-A724-F07EEAF19A45}">
      <dgm:prSet/>
      <dgm:spPr/>
      <dgm:t>
        <a:bodyPr/>
        <a:lstStyle/>
        <a:p>
          <a:endParaRPr lang="en-US"/>
        </a:p>
      </dgm:t>
    </dgm:pt>
    <dgm:pt modelId="{0D07663C-3618-4EBA-9F06-8E02F9866AD8}" type="sibTrans" cxnId="{8C20AC39-655B-4F77-A724-F07EEAF19A45}">
      <dgm:prSet/>
      <dgm:spPr/>
      <dgm:t>
        <a:bodyPr/>
        <a:lstStyle/>
        <a:p>
          <a:endParaRPr lang="en-US"/>
        </a:p>
      </dgm:t>
    </dgm:pt>
    <dgm:pt modelId="{3093D068-523B-4560-BAAC-F39FC7D8387F}">
      <dgm:prSet phldrT="[Text]" custT="1"/>
      <dgm:spPr/>
      <dgm:t>
        <a:bodyPr/>
        <a:lstStyle/>
        <a:p>
          <a:r>
            <a:rPr lang="en-IN" sz="2000" b="0" dirty="0" err="1"/>
            <a:t>Sahbhagita</a:t>
          </a:r>
          <a:endParaRPr lang="en-IN" sz="2000" b="0" dirty="0"/>
        </a:p>
      </dgm:t>
    </dgm:pt>
    <dgm:pt modelId="{19DFD6E7-9435-4C77-9CC7-E2FCFD7A5C65}" type="parTrans" cxnId="{9FE8CD62-7ED9-484A-A703-FCCEB0F6C4DF}">
      <dgm:prSet/>
      <dgm:spPr/>
      <dgm:t>
        <a:bodyPr/>
        <a:lstStyle/>
        <a:p>
          <a:endParaRPr lang="en-US"/>
        </a:p>
      </dgm:t>
    </dgm:pt>
    <dgm:pt modelId="{BEF927D8-808C-44D7-924C-CDFA820AE046}" type="sibTrans" cxnId="{9FE8CD62-7ED9-484A-A703-FCCEB0F6C4DF}">
      <dgm:prSet/>
      <dgm:spPr/>
      <dgm:t>
        <a:bodyPr/>
        <a:lstStyle/>
        <a:p>
          <a:endParaRPr lang="en-US"/>
        </a:p>
      </dgm:t>
    </dgm:pt>
    <dgm:pt modelId="{F3F74955-2422-485C-94EF-A6AA32A96A3B}">
      <dgm:prSet phldrT="[Text]" custT="1"/>
      <dgm:spPr/>
      <dgm:t>
        <a:bodyPr/>
        <a:lstStyle/>
        <a:p>
          <a:r>
            <a:rPr lang="en-IN" sz="2000" kern="1200" dirty="0" smtClean="0"/>
            <a:t>O&amp;M Billing</a:t>
          </a:r>
          <a:endParaRPr lang="en-IN" sz="2000" kern="1200" dirty="0"/>
        </a:p>
      </dgm:t>
    </dgm:pt>
    <dgm:pt modelId="{340C780E-8D5A-4B06-829B-2430BB41FB95}" type="parTrans" cxnId="{76DC6319-58FC-49C4-B394-66871295C863}">
      <dgm:prSet/>
      <dgm:spPr/>
      <dgm:t>
        <a:bodyPr/>
        <a:lstStyle/>
        <a:p>
          <a:endParaRPr lang="en-US"/>
        </a:p>
      </dgm:t>
    </dgm:pt>
    <dgm:pt modelId="{67A74F6B-C6CE-4D33-BC6A-F0E31C3DA490}" type="sibTrans" cxnId="{76DC6319-58FC-49C4-B394-66871295C863}">
      <dgm:prSet/>
      <dgm:spPr/>
      <dgm:t>
        <a:bodyPr/>
        <a:lstStyle/>
        <a:p>
          <a:endParaRPr lang="en-US"/>
        </a:p>
      </dgm:t>
    </dgm:pt>
    <dgm:pt modelId="{B8C9F91D-90FA-4874-8C3F-B6E6B5112C6A}">
      <dgm:prSet phldrT="[Text]" custT="1"/>
      <dgm:spPr/>
      <dgm:t>
        <a:bodyPr/>
        <a:lstStyle/>
        <a:p>
          <a:r>
            <a:rPr lang="en-IN" sz="2000" b="0" dirty="0" smtClean="0"/>
            <a:t>FHTC</a:t>
          </a:r>
          <a:endParaRPr lang="en-IN" sz="2000" b="0" dirty="0"/>
        </a:p>
      </dgm:t>
    </dgm:pt>
    <dgm:pt modelId="{0952A0CB-DE5F-414F-B1AA-5DB7434DD12B}" type="parTrans" cxnId="{A5974E6F-C268-4B56-A19F-BB992BEECF4C}">
      <dgm:prSet/>
      <dgm:spPr/>
      <dgm:t>
        <a:bodyPr/>
        <a:lstStyle/>
        <a:p>
          <a:endParaRPr lang="en-US"/>
        </a:p>
      </dgm:t>
    </dgm:pt>
    <dgm:pt modelId="{5536BDFD-B27C-4C27-96E3-6EE1A09E7BDB}" type="sibTrans" cxnId="{A5974E6F-C268-4B56-A19F-BB992BEECF4C}">
      <dgm:prSet/>
      <dgm:spPr/>
      <dgm:t>
        <a:bodyPr/>
        <a:lstStyle/>
        <a:p>
          <a:endParaRPr lang="en-US"/>
        </a:p>
      </dgm:t>
    </dgm:pt>
    <dgm:pt modelId="{50E94BAE-30A9-4611-ABB9-9AC550526E69}" type="pres">
      <dgm:prSet presAssocID="{8BD0CCAF-7861-46C4-B507-7C99D27FD136}" presName="Name0" presStyleCnt="0">
        <dgm:presLayoutVars>
          <dgm:dir/>
          <dgm:animLvl val="lvl"/>
          <dgm:resizeHandles val="exact"/>
        </dgm:presLayoutVars>
      </dgm:prSet>
      <dgm:spPr/>
      <dgm:t>
        <a:bodyPr/>
        <a:lstStyle/>
        <a:p>
          <a:endParaRPr lang="en-US"/>
        </a:p>
      </dgm:t>
    </dgm:pt>
    <dgm:pt modelId="{CDFC36D3-6B0E-4D16-A7E0-22AABA7A4818}" type="pres">
      <dgm:prSet presAssocID="{22062808-8E4D-4006-8679-51EF0FFA3E9F}" presName="composite" presStyleCnt="0"/>
      <dgm:spPr/>
    </dgm:pt>
    <dgm:pt modelId="{6F37C80E-180C-4E67-8962-3D674F4215E3}" type="pres">
      <dgm:prSet presAssocID="{22062808-8E4D-4006-8679-51EF0FFA3E9F}" presName="parTx" presStyleLbl="alignNode1" presStyleIdx="0" presStyleCnt="2">
        <dgm:presLayoutVars>
          <dgm:chMax val="0"/>
          <dgm:chPref val="0"/>
          <dgm:bulletEnabled val="1"/>
        </dgm:presLayoutVars>
      </dgm:prSet>
      <dgm:spPr/>
      <dgm:t>
        <a:bodyPr/>
        <a:lstStyle/>
        <a:p>
          <a:endParaRPr lang="en-US"/>
        </a:p>
      </dgm:t>
    </dgm:pt>
    <dgm:pt modelId="{C7C72148-6B45-4285-9BCC-C211A5ABB7DC}" type="pres">
      <dgm:prSet presAssocID="{22062808-8E4D-4006-8679-51EF0FFA3E9F}" presName="desTx" presStyleLbl="alignAccFollowNode1" presStyleIdx="0" presStyleCnt="2">
        <dgm:presLayoutVars>
          <dgm:bulletEnabled val="1"/>
        </dgm:presLayoutVars>
      </dgm:prSet>
      <dgm:spPr/>
      <dgm:t>
        <a:bodyPr/>
        <a:lstStyle/>
        <a:p>
          <a:endParaRPr lang="en-US"/>
        </a:p>
      </dgm:t>
    </dgm:pt>
    <dgm:pt modelId="{5704611A-7CF9-47A2-8262-C091FF100B9E}" type="pres">
      <dgm:prSet presAssocID="{02D8E8F5-D8F6-4A7A-BB7B-9770E0CC63F4}" presName="space" presStyleCnt="0"/>
      <dgm:spPr/>
    </dgm:pt>
    <dgm:pt modelId="{802C74A9-5A1C-4784-B6BA-4D2025C680E3}" type="pres">
      <dgm:prSet presAssocID="{58300302-8125-4723-BAB6-2899192DA0CB}" presName="composite" presStyleCnt="0"/>
      <dgm:spPr/>
    </dgm:pt>
    <dgm:pt modelId="{ACA95356-BDE4-4E83-8E6E-744C9950A7C6}" type="pres">
      <dgm:prSet presAssocID="{58300302-8125-4723-BAB6-2899192DA0CB}" presName="parTx" presStyleLbl="alignNode1" presStyleIdx="1" presStyleCnt="2" custScaleX="112386">
        <dgm:presLayoutVars>
          <dgm:chMax val="0"/>
          <dgm:chPref val="0"/>
          <dgm:bulletEnabled val="1"/>
        </dgm:presLayoutVars>
      </dgm:prSet>
      <dgm:spPr/>
      <dgm:t>
        <a:bodyPr/>
        <a:lstStyle/>
        <a:p>
          <a:endParaRPr lang="en-US"/>
        </a:p>
      </dgm:t>
    </dgm:pt>
    <dgm:pt modelId="{7AB2139E-2D0F-4A36-BE1D-C94B367A2D8D}" type="pres">
      <dgm:prSet presAssocID="{58300302-8125-4723-BAB6-2899192DA0CB}" presName="desTx" presStyleLbl="alignAccFollowNode1" presStyleIdx="1" presStyleCnt="2" custScaleX="112386">
        <dgm:presLayoutVars>
          <dgm:bulletEnabled val="1"/>
        </dgm:presLayoutVars>
      </dgm:prSet>
      <dgm:spPr/>
      <dgm:t>
        <a:bodyPr/>
        <a:lstStyle/>
        <a:p>
          <a:endParaRPr lang="en-US"/>
        </a:p>
      </dgm:t>
    </dgm:pt>
  </dgm:ptLst>
  <dgm:cxnLst>
    <dgm:cxn modelId="{C9C7A497-0E95-40C6-85A9-6236C64F4F08}" type="presOf" srcId="{B8C9F91D-90FA-4874-8C3F-B6E6B5112C6A}" destId="{C7C72148-6B45-4285-9BCC-C211A5ABB7DC}" srcOrd="0" destOrd="5" presId="urn:microsoft.com/office/officeart/2005/8/layout/hList1"/>
    <dgm:cxn modelId="{89EDDA73-8FF9-4592-B693-BCAA28D2FCF0}" type="presOf" srcId="{F3F74955-2422-485C-94EF-A6AA32A96A3B}" destId="{7AB2139E-2D0F-4A36-BE1D-C94B367A2D8D}" srcOrd="0" destOrd="4" presId="urn:microsoft.com/office/officeart/2005/8/layout/hList1"/>
    <dgm:cxn modelId="{BE7B6E06-EF04-41C7-BAB7-76F8A1F4460B}" type="presOf" srcId="{D6F14941-4478-46D7-8C72-0BCFB98B6DC4}" destId="{7AB2139E-2D0F-4A36-BE1D-C94B367A2D8D}" srcOrd="0" destOrd="0" presId="urn:microsoft.com/office/officeart/2005/8/layout/hList1"/>
    <dgm:cxn modelId="{AD8A1595-3A41-436B-BC6A-70C235C39ACB}" srcId="{8BD0CCAF-7861-46C4-B507-7C99D27FD136}" destId="{22062808-8E4D-4006-8679-51EF0FFA3E9F}" srcOrd="0" destOrd="0" parTransId="{D765265D-8F80-406C-B81D-2C4639FBE499}" sibTransId="{02D8E8F5-D8F6-4A7A-BB7B-9770E0CC63F4}"/>
    <dgm:cxn modelId="{68C00B88-93DA-4DA0-BA8E-3C2743BCFFA1}" type="presOf" srcId="{ACD98C00-9CE3-403E-8596-D05AC4C8CF3A}" destId="{C7C72148-6B45-4285-9BCC-C211A5ABB7DC}" srcOrd="0" destOrd="4" presId="urn:microsoft.com/office/officeart/2005/8/layout/hList1"/>
    <dgm:cxn modelId="{D8999889-9945-4C11-A3DD-326DBE80231A}" type="presOf" srcId="{44065A1D-7E7A-4855-B557-4929DF8B9034}" destId="{7AB2139E-2D0F-4A36-BE1D-C94B367A2D8D}" srcOrd="0" destOrd="1" presId="urn:microsoft.com/office/officeart/2005/8/layout/hList1"/>
    <dgm:cxn modelId="{E3C83793-150D-4B50-B4A9-EBFD0872D242}" type="presOf" srcId="{8BD0CCAF-7861-46C4-B507-7C99D27FD136}" destId="{50E94BAE-30A9-4611-ABB9-9AC550526E69}" srcOrd="0" destOrd="0" presId="urn:microsoft.com/office/officeart/2005/8/layout/hList1"/>
    <dgm:cxn modelId="{9490BA82-6168-413B-8897-338FDFFA3A64}" srcId="{4887B29E-8F87-492F-8989-E02A3E3F1635}" destId="{ACD98C00-9CE3-403E-8596-D05AC4C8CF3A}" srcOrd="3" destOrd="0" parTransId="{9FA1ED72-673B-46EF-A30B-A0AD003001F8}" sibTransId="{E18FBD2E-35A3-4DA0-9F67-D57FB5AC8A03}"/>
    <dgm:cxn modelId="{8C20AC39-655B-4F77-A724-F07EEAF19A45}" srcId="{D6F14941-4478-46D7-8C72-0BCFB98B6DC4}" destId="{A26FE152-3758-491A-9FE4-756EDC8CB539}" srcOrd="2" destOrd="0" parTransId="{CE65B556-89A3-42BC-8E90-D439911A8A77}" sibTransId="{0D07663C-3618-4EBA-9F06-8E02F9866AD8}"/>
    <dgm:cxn modelId="{E96A9EB0-C8C9-4FDA-A064-850908B0F73C}" srcId="{D6F14941-4478-46D7-8C72-0BCFB98B6DC4}" destId="{93FFD36B-F548-4311-88C2-7AF7FE3A2C58}" srcOrd="1" destOrd="0" parTransId="{3ED366D1-8C6B-4A7E-920D-E9D6401CE48B}" sibTransId="{7C64B117-AF80-48EF-89AA-928F503CD7C7}"/>
    <dgm:cxn modelId="{B0A87981-80D1-452D-B0B7-AB6A0FBDC678}" srcId="{22062808-8E4D-4006-8679-51EF0FFA3E9F}" destId="{4887B29E-8F87-492F-8989-E02A3E3F1635}" srcOrd="0" destOrd="0" parTransId="{B5545F4E-FDC4-43E7-90A4-B91170B80F00}" sibTransId="{7F117703-B181-45C9-A00C-995D7D421F56}"/>
    <dgm:cxn modelId="{72E73CA4-AA99-4C39-9C1A-F9BD8F1EF2F7}" type="presOf" srcId="{A26FE152-3758-491A-9FE4-756EDC8CB539}" destId="{7AB2139E-2D0F-4A36-BE1D-C94B367A2D8D}" srcOrd="0" destOrd="3" presId="urn:microsoft.com/office/officeart/2005/8/layout/hList1"/>
    <dgm:cxn modelId="{A5974E6F-C268-4B56-A19F-BB992BEECF4C}" srcId="{4887B29E-8F87-492F-8989-E02A3E3F1635}" destId="{B8C9F91D-90FA-4874-8C3F-B6E6B5112C6A}" srcOrd="4" destOrd="0" parTransId="{0952A0CB-DE5F-414F-B1AA-5DB7434DD12B}" sibTransId="{5536BDFD-B27C-4C27-96E3-6EE1A09E7BDB}"/>
    <dgm:cxn modelId="{FF1538E9-6C08-4536-9435-4C21B30724BC}" type="presOf" srcId="{48762013-172F-4BCF-9D29-A7FB498C7B7B}" destId="{C7C72148-6B45-4285-9BCC-C211A5ABB7DC}" srcOrd="0" destOrd="1" presId="urn:microsoft.com/office/officeart/2005/8/layout/hList1"/>
    <dgm:cxn modelId="{9109A486-8458-47AF-A0E9-8607424DE4D8}" type="presOf" srcId="{4887B29E-8F87-492F-8989-E02A3E3F1635}" destId="{C7C72148-6B45-4285-9BCC-C211A5ABB7DC}" srcOrd="0" destOrd="0" presId="urn:microsoft.com/office/officeart/2005/8/layout/hList1"/>
    <dgm:cxn modelId="{5184063D-592B-4883-81D3-1230A1E8742C}" type="presOf" srcId="{E8B52B34-6DF9-4EDB-BAA4-C868CDFF7AF9}" destId="{C7C72148-6B45-4285-9BCC-C211A5ABB7DC}" srcOrd="0" destOrd="2" presId="urn:microsoft.com/office/officeart/2005/8/layout/hList1"/>
    <dgm:cxn modelId="{B1D4B556-75E3-4197-83E5-B93032153A7A}" srcId="{58300302-8125-4723-BAB6-2899192DA0CB}" destId="{D6F14941-4478-46D7-8C72-0BCFB98B6DC4}" srcOrd="0" destOrd="0" parTransId="{EEE19B9D-9D8E-4E59-B191-3155101E6899}" sibTransId="{E5DAA580-4D69-45F2-B104-DAFE506F8322}"/>
    <dgm:cxn modelId="{76DC6319-58FC-49C4-B394-66871295C863}" srcId="{D6F14941-4478-46D7-8C72-0BCFB98B6DC4}" destId="{F3F74955-2422-485C-94EF-A6AA32A96A3B}" srcOrd="3" destOrd="0" parTransId="{340C780E-8D5A-4B06-829B-2430BB41FB95}" sibTransId="{67A74F6B-C6CE-4D33-BC6A-F0E31C3DA490}"/>
    <dgm:cxn modelId="{8BF1547C-7B93-4DA6-B1A0-747C0906025C}" srcId="{8BD0CCAF-7861-46C4-B507-7C99D27FD136}" destId="{58300302-8125-4723-BAB6-2899192DA0CB}" srcOrd="1" destOrd="0" parTransId="{C94987CC-79EF-47E3-BEE8-E76CC5EB8F13}" sibTransId="{67393997-F2D1-401B-A70C-DB47915023AD}"/>
    <dgm:cxn modelId="{A1B7520F-0F6A-4F75-9B61-4AD49240C60B}" srcId="{D6F14941-4478-46D7-8C72-0BCFB98B6DC4}" destId="{44065A1D-7E7A-4855-B557-4929DF8B9034}" srcOrd="0" destOrd="0" parTransId="{9F37F2AE-0B97-4548-9111-DC475B542030}" sibTransId="{F610CEAE-8FDB-4411-B092-EC71237A9A46}"/>
    <dgm:cxn modelId="{9FE8CD62-7ED9-484A-A703-FCCEB0F6C4DF}" srcId="{4887B29E-8F87-492F-8989-E02A3E3F1635}" destId="{3093D068-523B-4560-BAAC-F39FC7D8387F}" srcOrd="2" destOrd="0" parTransId="{19DFD6E7-9435-4C77-9CC7-E2FCFD7A5C65}" sibTransId="{BEF927D8-808C-44D7-924C-CDFA820AE046}"/>
    <dgm:cxn modelId="{B538AE8F-4DBE-42EA-8476-B73567908325}" type="presOf" srcId="{93FFD36B-F548-4311-88C2-7AF7FE3A2C58}" destId="{7AB2139E-2D0F-4A36-BE1D-C94B367A2D8D}" srcOrd="0" destOrd="2" presId="urn:microsoft.com/office/officeart/2005/8/layout/hList1"/>
    <dgm:cxn modelId="{DC4B8E3E-223B-4494-AE9E-098EA2C3FAA6}" type="presOf" srcId="{58300302-8125-4723-BAB6-2899192DA0CB}" destId="{ACA95356-BDE4-4E83-8E6E-744C9950A7C6}" srcOrd="0" destOrd="0" presId="urn:microsoft.com/office/officeart/2005/8/layout/hList1"/>
    <dgm:cxn modelId="{7E0C4970-685F-46F9-ABC6-4BB916376C49}" type="presOf" srcId="{3093D068-523B-4560-BAAC-F39FC7D8387F}" destId="{C7C72148-6B45-4285-9BCC-C211A5ABB7DC}" srcOrd="0" destOrd="3" presId="urn:microsoft.com/office/officeart/2005/8/layout/hList1"/>
    <dgm:cxn modelId="{C02FFE2D-D864-44F9-92EE-0E58285213F2}" type="presOf" srcId="{22062808-8E4D-4006-8679-51EF0FFA3E9F}" destId="{6F37C80E-180C-4E67-8962-3D674F4215E3}" srcOrd="0" destOrd="0" presId="urn:microsoft.com/office/officeart/2005/8/layout/hList1"/>
    <dgm:cxn modelId="{AD287D8A-EC6F-4825-9EFC-8371E1243C05}" srcId="{4887B29E-8F87-492F-8989-E02A3E3F1635}" destId="{E8B52B34-6DF9-4EDB-BAA4-C868CDFF7AF9}" srcOrd="1" destOrd="0" parTransId="{7A06DE00-D324-4F5A-BF4C-075E0F4BE475}" sibTransId="{14608FF4-9EDD-41E3-A1DF-29E4D3464527}"/>
    <dgm:cxn modelId="{BC477B01-C9DC-4A84-B32C-37646C5D71B7}" srcId="{4887B29E-8F87-492F-8989-E02A3E3F1635}" destId="{48762013-172F-4BCF-9D29-A7FB498C7B7B}" srcOrd="0" destOrd="0" parTransId="{D59C2FF1-B377-4E88-AF5B-3FFFF1E9F7F2}" sibTransId="{7D573EBC-523A-48C5-81FE-7230629E4496}"/>
    <dgm:cxn modelId="{162DAC33-66F9-439C-B139-ABFC1F2AFBED}" type="presParOf" srcId="{50E94BAE-30A9-4611-ABB9-9AC550526E69}" destId="{CDFC36D3-6B0E-4D16-A7E0-22AABA7A4818}" srcOrd="0" destOrd="0" presId="urn:microsoft.com/office/officeart/2005/8/layout/hList1"/>
    <dgm:cxn modelId="{1024FC0F-0F69-4AD2-BD6D-F35959AB237E}" type="presParOf" srcId="{CDFC36D3-6B0E-4D16-A7E0-22AABA7A4818}" destId="{6F37C80E-180C-4E67-8962-3D674F4215E3}" srcOrd="0" destOrd="0" presId="urn:microsoft.com/office/officeart/2005/8/layout/hList1"/>
    <dgm:cxn modelId="{7A241EDD-0574-4460-94C4-4746A67170DB}" type="presParOf" srcId="{CDFC36D3-6B0E-4D16-A7E0-22AABA7A4818}" destId="{C7C72148-6B45-4285-9BCC-C211A5ABB7DC}" srcOrd="1" destOrd="0" presId="urn:microsoft.com/office/officeart/2005/8/layout/hList1"/>
    <dgm:cxn modelId="{0C18892F-1D7F-4DD0-8CCA-09EC02330914}" type="presParOf" srcId="{50E94BAE-30A9-4611-ABB9-9AC550526E69}" destId="{5704611A-7CF9-47A2-8262-C091FF100B9E}" srcOrd="1" destOrd="0" presId="urn:microsoft.com/office/officeart/2005/8/layout/hList1"/>
    <dgm:cxn modelId="{2D97B96C-0BF1-46A9-8FE1-31CE653319B7}" type="presParOf" srcId="{50E94BAE-30A9-4611-ABB9-9AC550526E69}" destId="{802C74A9-5A1C-4784-B6BA-4D2025C680E3}" srcOrd="2" destOrd="0" presId="urn:microsoft.com/office/officeart/2005/8/layout/hList1"/>
    <dgm:cxn modelId="{6AC7F3B0-FBD5-4729-B44B-D8E953E59A11}" type="presParOf" srcId="{802C74A9-5A1C-4784-B6BA-4D2025C680E3}" destId="{ACA95356-BDE4-4E83-8E6E-744C9950A7C6}" srcOrd="0" destOrd="0" presId="urn:microsoft.com/office/officeart/2005/8/layout/hList1"/>
    <dgm:cxn modelId="{1D16FD25-F96E-49DC-9F66-2F2743D6DAA9}" type="presParOf" srcId="{802C74A9-5A1C-4784-B6BA-4D2025C680E3}" destId="{7AB2139E-2D0F-4A36-BE1D-C94B367A2D8D}" srcOrd="1" destOrd="0" presId="urn:microsoft.com/office/officeart/2005/8/layout/hList1"/>
  </dgm:cxnLst>
  <dgm:bg>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37C80E-180C-4E67-8962-3D674F4215E3}">
      <dsp:nvSpPr>
        <dsp:cNvPr id="0" name=""/>
        <dsp:cNvSpPr/>
      </dsp:nvSpPr>
      <dsp:spPr>
        <a:xfrm>
          <a:off x="4123" y="449951"/>
          <a:ext cx="5069298" cy="1872000"/>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IN" sz="2400" b="1" kern="1200" dirty="0"/>
            <a:t>1. </a:t>
          </a:r>
          <a:r>
            <a:rPr lang="en-IN" sz="2400" b="1" kern="1200" dirty="0">
              <a:latin typeface="Times New Roman" panose="02020603050405020304" pitchFamily="18" charset="0"/>
              <a:cs typeface="Times New Roman" panose="02020603050405020304" pitchFamily="18" charset="0"/>
            </a:rPr>
            <a:t>Execution</a:t>
          </a:r>
        </a:p>
      </dsp:txBody>
      <dsp:txXfrm>
        <a:off x="4123" y="449951"/>
        <a:ext cx="5069298" cy="1872000"/>
      </dsp:txXfrm>
    </dsp:sp>
    <dsp:sp modelId="{C7C72148-6B45-4285-9BCC-C211A5ABB7DC}">
      <dsp:nvSpPr>
        <dsp:cNvPr id="0" name=""/>
        <dsp:cNvSpPr/>
      </dsp:nvSpPr>
      <dsp:spPr>
        <a:xfrm>
          <a:off x="4123" y="2321952"/>
          <a:ext cx="5069298" cy="285480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IN" sz="2000" b="1" kern="1200"/>
            <a:t>Jal Rekha</a:t>
          </a:r>
        </a:p>
        <a:p>
          <a:pPr marL="457200" lvl="2" indent="-228600" algn="l" defTabSz="889000">
            <a:lnSpc>
              <a:spcPct val="90000"/>
            </a:lnSpc>
            <a:spcBef>
              <a:spcPct val="0"/>
            </a:spcBef>
            <a:spcAft>
              <a:spcPct val="15000"/>
            </a:spcAft>
            <a:buChar char="••"/>
          </a:pPr>
          <a:r>
            <a:rPr lang="en-IN" sz="2000" kern="1200"/>
            <a:t>Asset Mapping</a:t>
          </a:r>
        </a:p>
        <a:p>
          <a:pPr marL="457200" lvl="2" indent="-228600" algn="l" defTabSz="889000">
            <a:lnSpc>
              <a:spcPct val="90000"/>
            </a:lnSpc>
            <a:spcBef>
              <a:spcPct val="0"/>
            </a:spcBef>
            <a:spcAft>
              <a:spcPct val="15000"/>
            </a:spcAft>
            <a:buChar char="••"/>
          </a:pPr>
          <a:r>
            <a:rPr lang="en-IN" sz="2000" kern="1200" dirty="0" err="1"/>
            <a:t>Anushravan</a:t>
          </a:r>
          <a:endParaRPr lang="en-IN" sz="2000" kern="1200" dirty="0"/>
        </a:p>
        <a:p>
          <a:pPr marL="457200" lvl="2" indent="-228600" algn="l" defTabSz="889000">
            <a:lnSpc>
              <a:spcPct val="90000"/>
            </a:lnSpc>
            <a:spcBef>
              <a:spcPct val="0"/>
            </a:spcBef>
            <a:spcAft>
              <a:spcPct val="15000"/>
            </a:spcAft>
            <a:buChar char="••"/>
          </a:pPr>
          <a:r>
            <a:rPr lang="en-IN" sz="2000" b="0" kern="1200" dirty="0" err="1"/>
            <a:t>Sahbhagita</a:t>
          </a:r>
          <a:endParaRPr lang="en-IN" sz="2000" b="0" kern="1200" dirty="0"/>
        </a:p>
        <a:p>
          <a:pPr marL="457200" lvl="2" indent="-228600" algn="l" defTabSz="889000">
            <a:lnSpc>
              <a:spcPct val="90000"/>
            </a:lnSpc>
            <a:spcBef>
              <a:spcPct val="0"/>
            </a:spcBef>
            <a:spcAft>
              <a:spcPct val="15000"/>
            </a:spcAft>
            <a:buChar char="••"/>
          </a:pPr>
          <a:r>
            <a:rPr lang="en-IN" sz="2000" b="0" kern="1200" dirty="0"/>
            <a:t>Sopan</a:t>
          </a:r>
        </a:p>
        <a:p>
          <a:pPr marL="457200" lvl="2" indent="-228600" algn="l" defTabSz="889000">
            <a:lnSpc>
              <a:spcPct val="90000"/>
            </a:lnSpc>
            <a:spcBef>
              <a:spcPct val="0"/>
            </a:spcBef>
            <a:spcAft>
              <a:spcPct val="15000"/>
            </a:spcAft>
            <a:buChar char="••"/>
          </a:pPr>
          <a:r>
            <a:rPr lang="en-IN" sz="2000" b="0" kern="1200" dirty="0" smtClean="0"/>
            <a:t>FHTC</a:t>
          </a:r>
          <a:endParaRPr lang="en-IN" sz="2000" b="0" kern="1200" dirty="0"/>
        </a:p>
      </dsp:txBody>
      <dsp:txXfrm>
        <a:off x="4123" y="2321952"/>
        <a:ext cx="5069298" cy="2854800"/>
      </dsp:txXfrm>
    </dsp:sp>
    <dsp:sp modelId="{ACA95356-BDE4-4E83-8E6E-744C9950A7C6}">
      <dsp:nvSpPr>
        <dsp:cNvPr id="0" name=""/>
        <dsp:cNvSpPr/>
      </dsp:nvSpPr>
      <dsp:spPr>
        <a:xfrm>
          <a:off x="5783123" y="449951"/>
          <a:ext cx="5697182" cy="1872000"/>
        </a:xfrm>
        <a:prstGeom prst="rect">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w="6350" cap="flat" cmpd="sng" algn="ctr">
          <a:solidFill>
            <a:schemeClr val="accent4">
              <a:hueOff val="9800891"/>
              <a:satOff val="-40777"/>
              <a:lumOff val="9608"/>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IN" sz="2400" b="1" kern="1200" dirty="0">
              <a:latin typeface="Times New Roman" panose="02020603050405020304" pitchFamily="18" charset="0"/>
              <a:cs typeface="Times New Roman" panose="02020603050405020304" pitchFamily="18" charset="0"/>
            </a:rPr>
            <a:t>2. O&amp;M</a:t>
          </a:r>
        </a:p>
      </dsp:txBody>
      <dsp:txXfrm>
        <a:off x="5783123" y="449951"/>
        <a:ext cx="5697182" cy="1872000"/>
      </dsp:txXfrm>
    </dsp:sp>
    <dsp:sp modelId="{7AB2139E-2D0F-4A36-BE1D-C94B367A2D8D}">
      <dsp:nvSpPr>
        <dsp:cNvPr id="0" name=""/>
        <dsp:cNvSpPr/>
      </dsp:nvSpPr>
      <dsp:spPr>
        <a:xfrm>
          <a:off x="5783123" y="2321952"/>
          <a:ext cx="5697182" cy="2854800"/>
        </a:xfrm>
        <a:prstGeom prst="rect">
          <a:avLst/>
        </a:prstGeom>
        <a:solidFill>
          <a:schemeClr val="accent4">
            <a:tint val="40000"/>
            <a:alpha val="90000"/>
            <a:hueOff val="10861925"/>
            <a:satOff val="-51245"/>
            <a:lumOff val="-1851"/>
            <a:alphaOff val="0"/>
          </a:schemeClr>
        </a:solidFill>
        <a:ln w="6350" cap="flat" cmpd="sng" algn="ctr">
          <a:solidFill>
            <a:schemeClr val="accent4">
              <a:tint val="40000"/>
              <a:alpha val="90000"/>
              <a:hueOff val="10861925"/>
              <a:satOff val="-51245"/>
              <a:lumOff val="-185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IN" sz="2000" b="1" kern="1200"/>
            <a:t>Jal Rekha</a:t>
          </a:r>
        </a:p>
        <a:p>
          <a:pPr marL="457200" lvl="2" indent="-228600" algn="l" defTabSz="889000">
            <a:lnSpc>
              <a:spcPct val="90000"/>
            </a:lnSpc>
            <a:spcBef>
              <a:spcPct val="0"/>
            </a:spcBef>
            <a:spcAft>
              <a:spcPct val="15000"/>
            </a:spcAft>
            <a:buChar char="••"/>
          </a:pPr>
          <a:r>
            <a:rPr lang="en-IN" sz="2000" kern="1200"/>
            <a:t>Dhara</a:t>
          </a:r>
        </a:p>
        <a:p>
          <a:pPr marL="457200" lvl="2" indent="-228600" algn="l" defTabSz="889000">
            <a:lnSpc>
              <a:spcPct val="90000"/>
            </a:lnSpc>
            <a:spcBef>
              <a:spcPct val="0"/>
            </a:spcBef>
            <a:spcAft>
              <a:spcPct val="15000"/>
            </a:spcAft>
            <a:buChar char="••"/>
          </a:pPr>
          <a:r>
            <a:rPr lang="en-IN" sz="2000" kern="1200" dirty="0" err="1"/>
            <a:t>Nirmal</a:t>
          </a:r>
          <a:endParaRPr lang="en-IN" sz="2000" kern="1200" dirty="0"/>
        </a:p>
        <a:p>
          <a:pPr marL="457200" lvl="2" indent="-228600" algn="l" defTabSz="889000">
            <a:lnSpc>
              <a:spcPct val="90000"/>
            </a:lnSpc>
            <a:spcBef>
              <a:spcPct val="0"/>
            </a:spcBef>
            <a:spcAft>
              <a:spcPct val="15000"/>
            </a:spcAft>
            <a:buChar char="••"/>
          </a:pPr>
          <a:r>
            <a:rPr lang="en-IN" sz="2000" kern="1200" dirty="0" err="1"/>
            <a:t>Jal</a:t>
          </a:r>
          <a:r>
            <a:rPr lang="en-IN" sz="2000" kern="1200" dirty="0"/>
            <a:t> </a:t>
          </a:r>
          <a:r>
            <a:rPr lang="en-IN" sz="2000" kern="1200" dirty="0" err="1"/>
            <a:t>Samadhan</a:t>
          </a:r>
          <a:endParaRPr lang="en-IN" sz="2000" kern="1200" dirty="0"/>
        </a:p>
        <a:p>
          <a:pPr marL="457200" lvl="2" indent="-228600" algn="l" defTabSz="889000">
            <a:lnSpc>
              <a:spcPct val="90000"/>
            </a:lnSpc>
            <a:spcBef>
              <a:spcPct val="0"/>
            </a:spcBef>
            <a:spcAft>
              <a:spcPct val="15000"/>
            </a:spcAft>
            <a:buChar char="••"/>
          </a:pPr>
          <a:r>
            <a:rPr lang="en-IN" sz="2000" kern="1200" dirty="0" smtClean="0"/>
            <a:t>O&amp;M Billing</a:t>
          </a:r>
          <a:endParaRPr lang="en-IN" sz="2000" kern="1200" dirty="0"/>
        </a:p>
      </dsp:txBody>
      <dsp:txXfrm>
        <a:off x="5783123" y="2321952"/>
        <a:ext cx="5697182" cy="285480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7740" cy="513508"/>
          </a:xfrm>
          <a:prstGeom prst="rect">
            <a:avLst/>
          </a:prstGeom>
        </p:spPr>
        <p:txBody>
          <a:bodyPr vert="horz" lIns="95476" tIns="47738" rIns="95476" bIns="47738" rtlCol="0"/>
          <a:lstStyle>
            <a:lvl1pPr algn="l">
              <a:defRPr sz="1300"/>
            </a:lvl1pPr>
          </a:lstStyle>
          <a:p>
            <a:endParaRPr lang="en-IN"/>
          </a:p>
        </p:txBody>
      </p:sp>
      <p:sp>
        <p:nvSpPr>
          <p:cNvPr id="3" name="Date Placeholder 2"/>
          <p:cNvSpPr>
            <a:spLocks noGrp="1"/>
          </p:cNvSpPr>
          <p:nvPr>
            <p:ph type="dt" idx="1"/>
          </p:nvPr>
        </p:nvSpPr>
        <p:spPr>
          <a:xfrm>
            <a:off x="4023092" y="1"/>
            <a:ext cx="3077740" cy="513508"/>
          </a:xfrm>
          <a:prstGeom prst="rect">
            <a:avLst/>
          </a:prstGeom>
        </p:spPr>
        <p:txBody>
          <a:bodyPr vert="horz" lIns="95476" tIns="47738" rIns="95476" bIns="47738" rtlCol="0"/>
          <a:lstStyle>
            <a:lvl1pPr algn="r">
              <a:defRPr sz="1300"/>
            </a:lvl1pPr>
          </a:lstStyle>
          <a:p>
            <a:fld id="{02ADBB3C-A777-4BE2-8C65-D159A9659C92}" type="datetimeFigureOut">
              <a:rPr lang="en-IN" smtClean="0"/>
              <a:t>14-02-2026</a:t>
            </a:fld>
            <a:endParaRPr lang="en-IN"/>
          </a:p>
        </p:txBody>
      </p:sp>
      <p:sp>
        <p:nvSpPr>
          <p:cNvPr id="4" name="Slide Image Placeholder 3"/>
          <p:cNvSpPr>
            <a:spLocks noGrp="1" noRot="1" noChangeAspect="1"/>
          </p:cNvSpPr>
          <p:nvPr>
            <p:ph type="sldImg" idx="2"/>
          </p:nvPr>
        </p:nvSpPr>
        <p:spPr>
          <a:xfrm>
            <a:off x="481013" y="1279525"/>
            <a:ext cx="6140450" cy="3454400"/>
          </a:xfrm>
          <a:prstGeom prst="rect">
            <a:avLst/>
          </a:prstGeom>
          <a:noFill/>
          <a:ln w="12700">
            <a:solidFill>
              <a:prstClr val="black"/>
            </a:solidFill>
          </a:ln>
        </p:spPr>
        <p:txBody>
          <a:bodyPr vert="horz" lIns="95476" tIns="47738" rIns="95476" bIns="47738" rtlCol="0" anchor="ctr"/>
          <a:lstStyle/>
          <a:p>
            <a:endParaRPr lang="en-IN"/>
          </a:p>
        </p:txBody>
      </p:sp>
      <p:sp>
        <p:nvSpPr>
          <p:cNvPr id="5" name="Notes Placeholder 4"/>
          <p:cNvSpPr>
            <a:spLocks noGrp="1"/>
          </p:cNvSpPr>
          <p:nvPr>
            <p:ph type="body" sz="quarter" idx="3"/>
          </p:nvPr>
        </p:nvSpPr>
        <p:spPr>
          <a:xfrm>
            <a:off x="710248" y="4925409"/>
            <a:ext cx="5681980" cy="4029879"/>
          </a:xfrm>
          <a:prstGeom prst="rect">
            <a:avLst/>
          </a:prstGeom>
        </p:spPr>
        <p:txBody>
          <a:bodyPr vert="horz" lIns="95476" tIns="47738" rIns="95476" bIns="47738"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21107"/>
            <a:ext cx="3077740" cy="513507"/>
          </a:xfrm>
          <a:prstGeom prst="rect">
            <a:avLst/>
          </a:prstGeom>
        </p:spPr>
        <p:txBody>
          <a:bodyPr vert="horz" lIns="95476" tIns="47738" rIns="95476" bIns="47738" rtlCol="0" anchor="b"/>
          <a:lstStyle>
            <a:lvl1pPr algn="l">
              <a:defRPr sz="1300"/>
            </a:lvl1pPr>
          </a:lstStyle>
          <a:p>
            <a:endParaRPr lang="en-IN"/>
          </a:p>
        </p:txBody>
      </p:sp>
      <p:sp>
        <p:nvSpPr>
          <p:cNvPr id="7" name="Slide Number Placeholder 6"/>
          <p:cNvSpPr>
            <a:spLocks noGrp="1"/>
          </p:cNvSpPr>
          <p:nvPr>
            <p:ph type="sldNum" sz="quarter" idx="5"/>
          </p:nvPr>
        </p:nvSpPr>
        <p:spPr>
          <a:xfrm>
            <a:off x="4023092" y="9721107"/>
            <a:ext cx="3077740" cy="513507"/>
          </a:xfrm>
          <a:prstGeom prst="rect">
            <a:avLst/>
          </a:prstGeom>
        </p:spPr>
        <p:txBody>
          <a:bodyPr vert="horz" lIns="95476" tIns="47738" rIns="95476" bIns="47738" rtlCol="0" anchor="b"/>
          <a:lstStyle>
            <a:lvl1pPr algn="r">
              <a:defRPr sz="1300"/>
            </a:lvl1pPr>
          </a:lstStyle>
          <a:p>
            <a:fld id="{8BAB3D5F-9384-4F68-BF51-95000E050501}" type="slidenum">
              <a:rPr lang="en-IN" smtClean="0"/>
              <a:t>‹#›</a:t>
            </a:fld>
            <a:endParaRPr lang="en-IN"/>
          </a:p>
        </p:txBody>
      </p:sp>
    </p:spTree>
    <p:extLst>
      <p:ext uri="{BB962C8B-B14F-4D97-AF65-F5344CB8AC3E}">
        <p14:creationId xmlns:p14="http://schemas.microsoft.com/office/powerpoint/2010/main" val="1953967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BAB3D5F-9384-4F68-BF51-95000E050501}" type="slidenum">
              <a:rPr lang="en-IN" smtClean="0"/>
              <a:t>1</a:t>
            </a:fld>
            <a:endParaRPr lang="en-IN"/>
          </a:p>
        </p:txBody>
      </p:sp>
    </p:spTree>
    <p:extLst>
      <p:ext uri="{BB962C8B-B14F-4D97-AF65-F5344CB8AC3E}">
        <p14:creationId xmlns:p14="http://schemas.microsoft.com/office/powerpoint/2010/main" val="343641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38113" y="766763"/>
            <a:ext cx="6826250" cy="38401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710248" y="4861443"/>
            <a:ext cx="5681980" cy="4605576"/>
          </a:xfrm>
          <a:prstGeom prst="rect">
            <a:avLst/>
          </a:prstGeom>
          <a:noFill/>
          <a:ln>
            <a:noFill/>
          </a:ln>
        </p:spPr>
        <p:txBody>
          <a:bodyPr spcFirstLastPara="1" wrap="square" lIns="95460" tIns="95460" rIns="95460" bIns="95460" anchor="t" anchorCtr="0">
            <a:noAutofit/>
          </a:bodyPr>
          <a:lstStyle/>
          <a:p>
            <a:pPr marL="477380" indent="-238690">
              <a:buSzPts val="1100"/>
            </a:pPr>
            <a:endParaRPr/>
          </a:p>
        </p:txBody>
      </p:sp>
    </p:spTree>
    <p:extLst>
      <p:ext uri="{BB962C8B-B14F-4D97-AF65-F5344CB8AC3E}">
        <p14:creationId xmlns:p14="http://schemas.microsoft.com/office/powerpoint/2010/main" val="2904624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38113" y="766763"/>
            <a:ext cx="6826250" cy="38401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710248" y="4861443"/>
            <a:ext cx="5681980" cy="4605576"/>
          </a:xfrm>
          <a:prstGeom prst="rect">
            <a:avLst/>
          </a:prstGeom>
          <a:noFill/>
          <a:ln>
            <a:noFill/>
          </a:ln>
        </p:spPr>
        <p:txBody>
          <a:bodyPr spcFirstLastPara="1" wrap="square" lIns="95460" tIns="95460" rIns="95460" bIns="95460" anchor="t" anchorCtr="0">
            <a:noAutofit/>
          </a:bodyPr>
          <a:lstStyle/>
          <a:p>
            <a:pPr marL="477380" indent="-238690">
              <a:buSzPts val="1100"/>
            </a:pPr>
            <a:endParaRPr/>
          </a:p>
        </p:txBody>
      </p:sp>
    </p:spTree>
    <p:extLst>
      <p:ext uri="{BB962C8B-B14F-4D97-AF65-F5344CB8AC3E}">
        <p14:creationId xmlns:p14="http://schemas.microsoft.com/office/powerpoint/2010/main" val="393091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39:notes"/>
          <p:cNvSpPr>
            <a:spLocks noGrp="1" noRot="1" noChangeAspect="1"/>
          </p:cNvSpPr>
          <p:nvPr>
            <p:ph type="sldImg" idx="2"/>
          </p:nvPr>
        </p:nvSpPr>
        <p:spPr>
          <a:xfrm>
            <a:off x="138113" y="766763"/>
            <a:ext cx="6826250" cy="38401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9" name="Google Shape;539;p39:notes"/>
          <p:cNvSpPr txBox="1">
            <a:spLocks noGrp="1"/>
          </p:cNvSpPr>
          <p:nvPr>
            <p:ph type="body" idx="1"/>
          </p:nvPr>
        </p:nvSpPr>
        <p:spPr>
          <a:xfrm>
            <a:off x="710248" y="4861443"/>
            <a:ext cx="5681980" cy="4605576"/>
          </a:xfrm>
          <a:prstGeom prst="rect">
            <a:avLst/>
          </a:prstGeom>
          <a:noFill/>
          <a:ln>
            <a:noFill/>
          </a:ln>
        </p:spPr>
        <p:txBody>
          <a:bodyPr spcFirstLastPara="1" wrap="square" lIns="95460" tIns="95460" rIns="95460" bIns="95460" anchor="t" anchorCtr="0">
            <a:noAutofit/>
          </a:bodyPr>
          <a:lstStyle/>
          <a:p>
            <a:pPr marL="477380" indent="-238690">
              <a:buSzPts val="1100"/>
            </a:pPr>
            <a:endParaRPr/>
          </a:p>
        </p:txBody>
      </p:sp>
    </p:spTree>
    <p:extLst>
      <p:ext uri="{BB962C8B-B14F-4D97-AF65-F5344CB8AC3E}">
        <p14:creationId xmlns:p14="http://schemas.microsoft.com/office/powerpoint/2010/main" val="151339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6</a:t>
            </a:fld>
            <a:endParaRPr lang="en-US"/>
          </a:p>
        </p:txBody>
      </p:sp>
    </p:spTree>
    <p:extLst>
      <p:ext uri="{BB962C8B-B14F-4D97-AF65-F5344CB8AC3E}">
        <p14:creationId xmlns:p14="http://schemas.microsoft.com/office/powerpoint/2010/main" val="24584963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E31C61B-1478-FB9E-B9D2-9E3B05B7AB9D}"/>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86BDE520-43F8-1B0B-3517-5DC7E35F928F}"/>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F3FF6915-4EFE-55FD-B6A8-632CD00654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 xmlns:a16="http://schemas.microsoft.com/office/drawing/2014/main" id="{0733DCE3-6983-4EAA-57BB-4F023DC221BA}"/>
              </a:ext>
            </a:extLst>
          </p:cNvPr>
          <p:cNvSpPr>
            <a:spLocks noGrp="1"/>
          </p:cNvSpPr>
          <p:nvPr>
            <p:ph type="sldNum" sz="quarter" idx="5"/>
          </p:nvPr>
        </p:nvSpPr>
        <p:spPr/>
        <p:txBody>
          <a:bodyPr/>
          <a:lstStyle/>
          <a:p>
            <a:fld id="{9957E4E8-25E5-457C-8945-F1861A7AD405}" type="slidenum">
              <a:rPr lang="en-US" smtClean="0"/>
              <a:t>8</a:t>
            </a:fld>
            <a:endParaRPr lang="en-US"/>
          </a:p>
        </p:txBody>
      </p:sp>
    </p:spTree>
    <p:extLst>
      <p:ext uri="{BB962C8B-B14F-4D97-AF65-F5344CB8AC3E}">
        <p14:creationId xmlns:p14="http://schemas.microsoft.com/office/powerpoint/2010/main" val="318393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9</a:t>
            </a:fld>
            <a:endParaRPr lang="en-US"/>
          </a:p>
        </p:txBody>
      </p:sp>
    </p:spTree>
    <p:extLst>
      <p:ext uri="{BB962C8B-B14F-4D97-AF65-F5344CB8AC3E}">
        <p14:creationId xmlns:p14="http://schemas.microsoft.com/office/powerpoint/2010/main" val="1700005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10</a:t>
            </a:fld>
            <a:endParaRPr lang="en-US"/>
          </a:p>
        </p:txBody>
      </p:sp>
    </p:spTree>
    <p:extLst>
      <p:ext uri="{BB962C8B-B14F-4D97-AF65-F5344CB8AC3E}">
        <p14:creationId xmlns:p14="http://schemas.microsoft.com/office/powerpoint/2010/main" val="42906065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88E1FE4-9021-8A6C-AEF6-08E151A7A6C2}"/>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7DB831D6-1E9E-CB4E-4429-975F3B3BF720}"/>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42D6BF0F-51A2-FD3A-F2A8-E9AC56F9594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 xmlns:a16="http://schemas.microsoft.com/office/drawing/2014/main" id="{614807E3-7C13-CEBA-1D5C-2D3C7D629FC4}"/>
              </a:ext>
            </a:extLst>
          </p:cNvPr>
          <p:cNvSpPr>
            <a:spLocks noGrp="1"/>
          </p:cNvSpPr>
          <p:nvPr>
            <p:ph type="sldNum" sz="quarter" idx="5"/>
          </p:nvPr>
        </p:nvSpPr>
        <p:spPr/>
        <p:txBody>
          <a:bodyPr/>
          <a:lstStyle/>
          <a:p>
            <a:fld id="{9957E4E8-25E5-457C-8945-F1861A7AD405}" type="slidenum">
              <a:rPr lang="en-US" smtClean="0"/>
              <a:t>11</a:t>
            </a:fld>
            <a:endParaRPr lang="en-US"/>
          </a:p>
        </p:txBody>
      </p:sp>
    </p:spTree>
    <p:extLst>
      <p:ext uri="{BB962C8B-B14F-4D97-AF65-F5344CB8AC3E}">
        <p14:creationId xmlns:p14="http://schemas.microsoft.com/office/powerpoint/2010/main" val="1233597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12</a:t>
            </a:fld>
            <a:endParaRPr lang="en-US"/>
          </a:p>
        </p:txBody>
      </p:sp>
    </p:spTree>
    <p:extLst>
      <p:ext uri="{BB962C8B-B14F-4D97-AF65-F5344CB8AC3E}">
        <p14:creationId xmlns:p14="http://schemas.microsoft.com/office/powerpoint/2010/main" val="3173494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3297B40-D132-7649-E47F-B0AA9434FCD2}"/>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09A49B23-2E83-0202-2D50-2D63818B1379}"/>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5A83131A-2F83-E5F4-A516-A0BF0B237E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 xmlns:a16="http://schemas.microsoft.com/office/drawing/2014/main" id="{10E01186-A4E8-55F4-7168-EB13F2920A36}"/>
              </a:ext>
            </a:extLst>
          </p:cNvPr>
          <p:cNvSpPr>
            <a:spLocks noGrp="1"/>
          </p:cNvSpPr>
          <p:nvPr>
            <p:ph type="sldNum" sz="quarter" idx="5"/>
          </p:nvPr>
        </p:nvSpPr>
        <p:spPr/>
        <p:txBody>
          <a:bodyPr/>
          <a:lstStyle/>
          <a:p>
            <a:fld id="{9957E4E8-25E5-457C-8945-F1861A7AD405}" type="slidenum">
              <a:rPr lang="en-US" smtClean="0"/>
              <a:t>13</a:t>
            </a:fld>
            <a:endParaRPr lang="en-US"/>
          </a:p>
        </p:txBody>
      </p:sp>
    </p:spTree>
    <p:extLst>
      <p:ext uri="{BB962C8B-B14F-4D97-AF65-F5344CB8AC3E}">
        <p14:creationId xmlns:p14="http://schemas.microsoft.com/office/powerpoint/2010/main" val="21890447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14</a:t>
            </a:fld>
            <a:endParaRPr lang="en-US"/>
          </a:p>
        </p:txBody>
      </p:sp>
    </p:spTree>
    <p:extLst>
      <p:ext uri="{BB962C8B-B14F-4D97-AF65-F5344CB8AC3E}">
        <p14:creationId xmlns:p14="http://schemas.microsoft.com/office/powerpoint/2010/main" val="23772625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15</a:t>
            </a:fld>
            <a:endParaRPr lang="en-US"/>
          </a:p>
        </p:txBody>
      </p:sp>
    </p:spTree>
    <p:extLst>
      <p:ext uri="{BB962C8B-B14F-4D97-AF65-F5344CB8AC3E}">
        <p14:creationId xmlns:p14="http://schemas.microsoft.com/office/powerpoint/2010/main" val="32466214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16</a:t>
            </a:fld>
            <a:endParaRPr lang="en-US"/>
          </a:p>
        </p:txBody>
      </p:sp>
    </p:spTree>
    <p:extLst>
      <p:ext uri="{BB962C8B-B14F-4D97-AF65-F5344CB8AC3E}">
        <p14:creationId xmlns:p14="http://schemas.microsoft.com/office/powerpoint/2010/main" val="5559410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17</a:t>
            </a:fld>
            <a:endParaRPr lang="en-US"/>
          </a:p>
        </p:txBody>
      </p:sp>
    </p:spTree>
    <p:extLst>
      <p:ext uri="{BB962C8B-B14F-4D97-AF65-F5344CB8AC3E}">
        <p14:creationId xmlns:p14="http://schemas.microsoft.com/office/powerpoint/2010/main" val="477216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AB3D5F-9384-4F68-BF51-95000E050501}" type="slidenum">
              <a:rPr lang="en-IN" smtClean="0"/>
              <a:t>23</a:t>
            </a:fld>
            <a:endParaRPr lang="en-IN"/>
          </a:p>
        </p:txBody>
      </p:sp>
    </p:spTree>
    <p:extLst>
      <p:ext uri="{BB962C8B-B14F-4D97-AF65-F5344CB8AC3E}">
        <p14:creationId xmlns:p14="http://schemas.microsoft.com/office/powerpoint/2010/main" val="2009701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57E4E8-25E5-457C-8945-F1861A7AD405}" type="slidenum">
              <a:rPr lang="en-US" smtClean="0"/>
              <a:t>39</a:t>
            </a:fld>
            <a:endParaRPr lang="en-US"/>
          </a:p>
        </p:txBody>
      </p:sp>
    </p:spTree>
    <p:extLst>
      <p:ext uri="{BB962C8B-B14F-4D97-AF65-F5344CB8AC3E}">
        <p14:creationId xmlns:p14="http://schemas.microsoft.com/office/powerpoint/2010/main" val="3826867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F03B5B6-56E0-4357-AC66-4A3696D81E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03B0A710-FB05-4B6B-8979-36F0D5971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71538633-7817-4706-876C-34FCA7752C91}"/>
              </a:ext>
            </a:extLst>
          </p:cNvPr>
          <p:cNvSpPr>
            <a:spLocks noGrp="1"/>
          </p:cNvSpPr>
          <p:nvPr>
            <p:ph type="dt" sz="half" idx="10"/>
          </p:nvPr>
        </p:nvSpPr>
        <p:spPr/>
        <p:txBody>
          <a:bodyPr/>
          <a:lstStyle/>
          <a:p>
            <a:fld id="{D7026D08-99ED-48A7-B787-D595C5ED8654}" type="datetimeFigureOut">
              <a:rPr lang="en-IN" smtClean="0"/>
              <a:t>14-02-2026</a:t>
            </a:fld>
            <a:endParaRPr lang="en-IN"/>
          </a:p>
        </p:txBody>
      </p:sp>
      <p:sp>
        <p:nvSpPr>
          <p:cNvPr id="5" name="Footer Placeholder 4">
            <a:extLst>
              <a:ext uri="{FF2B5EF4-FFF2-40B4-BE49-F238E27FC236}">
                <a16:creationId xmlns="" xmlns:a16="http://schemas.microsoft.com/office/drawing/2014/main" id="{7458FCAF-EBC7-45B4-8374-D40A05F72A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736790D-3FD3-4042-97C2-84FB65D9767D}"/>
              </a:ext>
            </a:extLst>
          </p:cNvPr>
          <p:cNvSpPr>
            <a:spLocks noGrp="1"/>
          </p:cNvSpPr>
          <p:nvPr>
            <p:ph type="sldNum" sz="quarter" idx="12"/>
          </p:nvPr>
        </p:nvSpPr>
        <p:spPr/>
        <p:txBody>
          <a:bodyPr/>
          <a:lstStyle/>
          <a:p>
            <a:fld id="{C24AB65F-F49C-444B-BD26-D6DDA86AEAAB}" type="slidenum">
              <a:rPr lang="en-IN" smtClean="0"/>
              <a:t>‹#›</a:t>
            </a:fld>
            <a:endParaRPr lang="en-IN"/>
          </a:p>
        </p:txBody>
      </p:sp>
    </p:spTree>
    <p:extLst>
      <p:ext uri="{BB962C8B-B14F-4D97-AF65-F5344CB8AC3E}">
        <p14:creationId xmlns:p14="http://schemas.microsoft.com/office/powerpoint/2010/main" val="1101374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B171AF-F4B4-48DB-B951-C72C39ADC9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37DEDDC6-6EEE-4204-BC08-223493D9922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253570FD-F9D6-4DFE-B9A8-E9B7A02FD587}"/>
              </a:ext>
            </a:extLst>
          </p:cNvPr>
          <p:cNvSpPr>
            <a:spLocks noGrp="1"/>
          </p:cNvSpPr>
          <p:nvPr>
            <p:ph type="dt" sz="half" idx="10"/>
          </p:nvPr>
        </p:nvSpPr>
        <p:spPr/>
        <p:txBody>
          <a:bodyPr/>
          <a:lstStyle/>
          <a:p>
            <a:fld id="{D7026D08-99ED-48A7-B787-D595C5ED8654}" type="datetimeFigureOut">
              <a:rPr lang="en-IN" smtClean="0"/>
              <a:t>14-02-2026</a:t>
            </a:fld>
            <a:endParaRPr lang="en-IN"/>
          </a:p>
        </p:txBody>
      </p:sp>
      <p:sp>
        <p:nvSpPr>
          <p:cNvPr id="5" name="Footer Placeholder 4">
            <a:extLst>
              <a:ext uri="{FF2B5EF4-FFF2-40B4-BE49-F238E27FC236}">
                <a16:creationId xmlns="" xmlns:a16="http://schemas.microsoft.com/office/drawing/2014/main" id="{1944ABB4-A407-437A-9E11-380230C5E7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224D9249-FABB-454D-81F8-A3C2D1A59FDB}"/>
              </a:ext>
            </a:extLst>
          </p:cNvPr>
          <p:cNvSpPr>
            <a:spLocks noGrp="1"/>
          </p:cNvSpPr>
          <p:nvPr>
            <p:ph type="sldNum" sz="quarter" idx="12"/>
          </p:nvPr>
        </p:nvSpPr>
        <p:spPr/>
        <p:txBody>
          <a:bodyPr/>
          <a:lstStyle/>
          <a:p>
            <a:fld id="{C24AB65F-F49C-444B-BD26-D6DDA86AEAAB}" type="slidenum">
              <a:rPr lang="en-IN" smtClean="0"/>
              <a:t>‹#›</a:t>
            </a:fld>
            <a:endParaRPr lang="en-IN"/>
          </a:p>
        </p:txBody>
      </p:sp>
    </p:spTree>
    <p:extLst>
      <p:ext uri="{BB962C8B-B14F-4D97-AF65-F5344CB8AC3E}">
        <p14:creationId xmlns:p14="http://schemas.microsoft.com/office/powerpoint/2010/main" val="1934681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A304D6-4923-4566-86A1-4831CC2E18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B8989C6A-CF9A-4D36-BFAA-A5C5CDF434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 xmlns:a16="http://schemas.microsoft.com/office/drawing/2014/main" id="{D41B3259-E574-472A-9343-0933608DBBCF}"/>
              </a:ext>
            </a:extLst>
          </p:cNvPr>
          <p:cNvSpPr>
            <a:spLocks noGrp="1"/>
          </p:cNvSpPr>
          <p:nvPr>
            <p:ph type="dt" sz="half" idx="10"/>
          </p:nvPr>
        </p:nvSpPr>
        <p:spPr/>
        <p:txBody>
          <a:bodyPr/>
          <a:lstStyle/>
          <a:p>
            <a:fld id="{D7026D08-99ED-48A7-B787-D595C5ED8654}" type="datetimeFigureOut">
              <a:rPr lang="en-IN" smtClean="0"/>
              <a:t>14-02-2026</a:t>
            </a:fld>
            <a:endParaRPr lang="en-IN"/>
          </a:p>
        </p:txBody>
      </p:sp>
      <p:sp>
        <p:nvSpPr>
          <p:cNvPr id="5" name="Footer Placeholder 4">
            <a:extLst>
              <a:ext uri="{FF2B5EF4-FFF2-40B4-BE49-F238E27FC236}">
                <a16:creationId xmlns="" xmlns:a16="http://schemas.microsoft.com/office/drawing/2014/main" id="{EE068AA3-EADC-4A64-A6CC-80350C95BD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1ACE9A3-AE37-4558-8FFA-41B61AD06592}"/>
              </a:ext>
            </a:extLst>
          </p:cNvPr>
          <p:cNvSpPr>
            <a:spLocks noGrp="1"/>
          </p:cNvSpPr>
          <p:nvPr>
            <p:ph type="sldNum" sz="quarter" idx="12"/>
          </p:nvPr>
        </p:nvSpPr>
        <p:spPr/>
        <p:txBody>
          <a:bodyPr/>
          <a:lstStyle/>
          <a:p>
            <a:fld id="{C24AB65F-F49C-444B-BD26-D6DDA86AEAAB}" type="slidenum">
              <a:rPr lang="en-IN" smtClean="0"/>
              <a:t>‹#›</a:t>
            </a:fld>
            <a:endParaRPr lang="en-IN"/>
          </a:p>
        </p:txBody>
      </p:sp>
    </p:spTree>
    <p:extLst>
      <p:ext uri="{BB962C8B-B14F-4D97-AF65-F5344CB8AC3E}">
        <p14:creationId xmlns:p14="http://schemas.microsoft.com/office/powerpoint/2010/main" val="4080085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42F9349-4187-404B-9CF5-1FA4D9543F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ECF8C0F1-20A8-4E86-BE70-3DEDD4398F6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897868C0-0473-48B0-83B0-2591F9AC967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E0A99621-37C2-4DB0-B6AB-20FE612400C9}"/>
              </a:ext>
            </a:extLst>
          </p:cNvPr>
          <p:cNvSpPr>
            <a:spLocks noGrp="1"/>
          </p:cNvSpPr>
          <p:nvPr>
            <p:ph type="dt" sz="half" idx="10"/>
          </p:nvPr>
        </p:nvSpPr>
        <p:spPr/>
        <p:txBody>
          <a:bodyPr/>
          <a:lstStyle/>
          <a:p>
            <a:fld id="{D7026D08-99ED-48A7-B787-D595C5ED8654}" type="datetimeFigureOut">
              <a:rPr lang="en-IN" smtClean="0"/>
              <a:t>14-02-2026</a:t>
            </a:fld>
            <a:endParaRPr lang="en-IN"/>
          </a:p>
        </p:txBody>
      </p:sp>
      <p:sp>
        <p:nvSpPr>
          <p:cNvPr id="6" name="Footer Placeholder 5">
            <a:extLst>
              <a:ext uri="{FF2B5EF4-FFF2-40B4-BE49-F238E27FC236}">
                <a16:creationId xmlns="" xmlns:a16="http://schemas.microsoft.com/office/drawing/2014/main" id="{6FC0CD52-627B-45F1-A01C-9D80EA9845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1E10B14F-9842-4608-9A12-BB01517EE184}"/>
              </a:ext>
            </a:extLst>
          </p:cNvPr>
          <p:cNvSpPr>
            <a:spLocks noGrp="1"/>
          </p:cNvSpPr>
          <p:nvPr>
            <p:ph type="sldNum" sz="quarter" idx="12"/>
          </p:nvPr>
        </p:nvSpPr>
        <p:spPr/>
        <p:txBody>
          <a:bodyPr/>
          <a:lstStyle/>
          <a:p>
            <a:fld id="{C24AB65F-F49C-444B-BD26-D6DDA86AEAAB}" type="slidenum">
              <a:rPr lang="en-IN" smtClean="0"/>
              <a:t>‹#›</a:t>
            </a:fld>
            <a:endParaRPr lang="en-IN"/>
          </a:p>
        </p:txBody>
      </p:sp>
    </p:spTree>
    <p:extLst>
      <p:ext uri="{BB962C8B-B14F-4D97-AF65-F5344CB8AC3E}">
        <p14:creationId xmlns:p14="http://schemas.microsoft.com/office/powerpoint/2010/main" val="2223317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E093A0-DB8C-44B2-8A54-1239612C0FD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779D5D2E-E64D-40B9-95AF-80F35E498C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 xmlns:a16="http://schemas.microsoft.com/office/drawing/2014/main" id="{60CF13DA-EAE8-4EAE-AA06-4F59200A654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582E19BC-11D0-468A-B9FC-3B28C857A3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 xmlns:a16="http://schemas.microsoft.com/office/drawing/2014/main" id="{9E149893-CFBC-4F51-AB85-94FB0220DDE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20F0C4AA-1492-4A41-A911-37C2F491228E}"/>
              </a:ext>
            </a:extLst>
          </p:cNvPr>
          <p:cNvSpPr>
            <a:spLocks noGrp="1"/>
          </p:cNvSpPr>
          <p:nvPr>
            <p:ph type="dt" sz="half" idx="10"/>
          </p:nvPr>
        </p:nvSpPr>
        <p:spPr/>
        <p:txBody>
          <a:bodyPr/>
          <a:lstStyle/>
          <a:p>
            <a:fld id="{D7026D08-99ED-48A7-B787-D595C5ED8654}" type="datetimeFigureOut">
              <a:rPr lang="en-IN" smtClean="0"/>
              <a:t>14-02-2026</a:t>
            </a:fld>
            <a:endParaRPr lang="en-IN"/>
          </a:p>
        </p:txBody>
      </p:sp>
      <p:sp>
        <p:nvSpPr>
          <p:cNvPr id="8" name="Footer Placeholder 7">
            <a:extLst>
              <a:ext uri="{FF2B5EF4-FFF2-40B4-BE49-F238E27FC236}">
                <a16:creationId xmlns="" xmlns:a16="http://schemas.microsoft.com/office/drawing/2014/main" id="{11A1EDF8-B0DB-45F1-8CD7-FF1B83783A3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1C0D50E6-FDB3-4689-9CC7-D8ED368F9DCA}"/>
              </a:ext>
            </a:extLst>
          </p:cNvPr>
          <p:cNvSpPr>
            <a:spLocks noGrp="1"/>
          </p:cNvSpPr>
          <p:nvPr>
            <p:ph type="sldNum" sz="quarter" idx="12"/>
          </p:nvPr>
        </p:nvSpPr>
        <p:spPr/>
        <p:txBody>
          <a:bodyPr/>
          <a:lstStyle/>
          <a:p>
            <a:fld id="{C24AB65F-F49C-444B-BD26-D6DDA86AEAAB}" type="slidenum">
              <a:rPr lang="en-IN" smtClean="0"/>
              <a:t>‹#›</a:t>
            </a:fld>
            <a:endParaRPr lang="en-IN"/>
          </a:p>
        </p:txBody>
      </p:sp>
    </p:spTree>
    <p:extLst>
      <p:ext uri="{BB962C8B-B14F-4D97-AF65-F5344CB8AC3E}">
        <p14:creationId xmlns:p14="http://schemas.microsoft.com/office/powerpoint/2010/main" val="54283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1E8C00-670B-41E2-9DF6-5E93B2E1AAA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CA9AE76B-1C83-4884-9659-C9F23ACF5D5E}"/>
              </a:ext>
            </a:extLst>
          </p:cNvPr>
          <p:cNvSpPr>
            <a:spLocks noGrp="1"/>
          </p:cNvSpPr>
          <p:nvPr>
            <p:ph type="dt" sz="half" idx="10"/>
          </p:nvPr>
        </p:nvSpPr>
        <p:spPr/>
        <p:txBody>
          <a:bodyPr/>
          <a:lstStyle/>
          <a:p>
            <a:fld id="{D7026D08-99ED-48A7-B787-D595C5ED8654}" type="datetimeFigureOut">
              <a:rPr lang="en-IN" smtClean="0"/>
              <a:t>14-02-2026</a:t>
            </a:fld>
            <a:endParaRPr lang="en-IN"/>
          </a:p>
        </p:txBody>
      </p:sp>
      <p:sp>
        <p:nvSpPr>
          <p:cNvPr id="4" name="Footer Placeholder 3">
            <a:extLst>
              <a:ext uri="{FF2B5EF4-FFF2-40B4-BE49-F238E27FC236}">
                <a16:creationId xmlns="" xmlns:a16="http://schemas.microsoft.com/office/drawing/2014/main" id="{39843712-E04F-4250-9BA6-1C0061BC811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6B97AD6E-A4D6-4293-A339-AB200AF8D309}"/>
              </a:ext>
            </a:extLst>
          </p:cNvPr>
          <p:cNvSpPr>
            <a:spLocks noGrp="1"/>
          </p:cNvSpPr>
          <p:nvPr>
            <p:ph type="sldNum" sz="quarter" idx="12"/>
          </p:nvPr>
        </p:nvSpPr>
        <p:spPr/>
        <p:txBody>
          <a:bodyPr/>
          <a:lstStyle/>
          <a:p>
            <a:fld id="{C24AB65F-F49C-444B-BD26-D6DDA86AEAAB}" type="slidenum">
              <a:rPr lang="en-IN" smtClean="0"/>
              <a:t>‹#›</a:t>
            </a:fld>
            <a:endParaRPr lang="en-IN"/>
          </a:p>
        </p:txBody>
      </p:sp>
    </p:spTree>
    <p:extLst>
      <p:ext uri="{BB962C8B-B14F-4D97-AF65-F5344CB8AC3E}">
        <p14:creationId xmlns:p14="http://schemas.microsoft.com/office/powerpoint/2010/main" val="139386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A84BB22-3586-4090-A17E-93829FDA8B0C}"/>
              </a:ext>
            </a:extLst>
          </p:cNvPr>
          <p:cNvSpPr>
            <a:spLocks noGrp="1"/>
          </p:cNvSpPr>
          <p:nvPr>
            <p:ph type="dt" sz="half" idx="10"/>
          </p:nvPr>
        </p:nvSpPr>
        <p:spPr/>
        <p:txBody>
          <a:bodyPr/>
          <a:lstStyle/>
          <a:p>
            <a:fld id="{D7026D08-99ED-48A7-B787-D595C5ED8654}" type="datetimeFigureOut">
              <a:rPr lang="en-IN" smtClean="0"/>
              <a:t>14-02-2026</a:t>
            </a:fld>
            <a:endParaRPr lang="en-IN"/>
          </a:p>
        </p:txBody>
      </p:sp>
      <p:sp>
        <p:nvSpPr>
          <p:cNvPr id="3" name="Footer Placeholder 2">
            <a:extLst>
              <a:ext uri="{FF2B5EF4-FFF2-40B4-BE49-F238E27FC236}">
                <a16:creationId xmlns="" xmlns:a16="http://schemas.microsoft.com/office/drawing/2014/main" id="{C3BF612B-E9BA-4F38-91B5-C98F8BE2134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9C254310-7C48-45BF-9CAC-D33393A55050}"/>
              </a:ext>
            </a:extLst>
          </p:cNvPr>
          <p:cNvSpPr>
            <a:spLocks noGrp="1"/>
          </p:cNvSpPr>
          <p:nvPr>
            <p:ph type="sldNum" sz="quarter" idx="12"/>
          </p:nvPr>
        </p:nvSpPr>
        <p:spPr/>
        <p:txBody>
          <a:bodyPr/>
          <a:lstStyle/>
          <a:p>
            <a:fld id="{C24AB65F-F49C-444B-BD26-D6DDA86AEAAB}" type="slidenum">
              <a:rPr lang="en-IN" smtClean="0"/>
              <a:t>‹#›</a:t>
            </a:fld>
            <a:endParaRPr lang="en-IN"/>
          </a:p>
        </p:txBody>
      </p:sp>
    </p:spTree>
    <p:extLst>
      <p:ext uri="{BB962C8B-B14F-4D97-AF65-F5344CB8AC3E}">
        <p14:creationId xmlns:p14="http://schemas.microsoft.com/office/powerpoint/2010/main" val="2373181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AE70FFD-A1A7-43BC-89E6-2233318F57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14D06EE6-D9BA-4A1D-961C-91D3169E1A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5CC502BD-D149-447A-833B-F1E607ADB3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 xmlns:a16="http://schemas.microsoft.com/office/drawing/2014/main" id="{8FE8033F-BC4F-4B10-AB4B-FBEFED64221F}"/>
              </a:ext>
            </a:extLst>
          </p:cNvPr>
          <p:cNvSpPr>
            <a:spLocks noGrp="1"/>
          </p:cNvSpPr>
          <p:nvPr>
            <p:ph type="dt" sz="half" idx="10"/>
          </p:nvPr>
        </p:nvSpPr>
        <p:spPr/>
        <p:txBody>
          <a:bodyPr/>
          <a:lstStyle/>
          <a:p>
            <a:fld id="{D7026D08-99ED-48A7-B787-D595C5ED8654}" type="datetimeFigureOut">
              <a:rPr lang="en-IN" smtClean="0"/>
              <a:t>14-02-2026</a:t>
            </a:fld>
            <a:endParaRPr lang="en-IN"/>
          </a:p>
        </p:txBody>
      </p:sp>
      <p:sp>
        <p:nvSpPr>
          <p:cNvPr id="6" name="Footer Placeholder 5">
            <a:extLst>
              <a:ext uri="{FF2B5EF4-FFF2-40B4-BE49-F238E27FC236}">
                <a16:creationId xmlns="" xmlns:a16="http://schemas.microsoft.com/office/drawing/2014/main" id="{19696B1B-5034-4F30-B9D8-5712254F2E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19E66B9D-B950-4563-A9C9-0ACA4730598B}"/>
              </a:ext>
            </a:extLst>
          </p:cNvPr>
          <p:cNvSpPr>
            <a:spLocks noGrp="1"/>
          </p:cNvSpPr>
          <p:nvPr>
            <p:ph type="sldNum" sz="quarter" idx="12"/>
          </p:nvPr>
        </p:nvSpPr>
        <p:spPr/>
        <p:txBody>
          <a:bodyPr/>
          <a:lstStyle/>
          <a:p>
            <a:fld id="{C24AB65F-F49C-444B-BD26-D6DDA86AEAAB}" type="slidenum">
              <a:rPr lang="en-IN" smtClean="0"/>
              <a:t>‹#›</a:t>
            </a:fld>
            <a:endParaRPr lang="en-IN"/>
          </a:p>
        </p:txBody>
      </p:sp>
    </p:spTree>
    <p:extLst>
      <p:ext uri="{BB962C8B-B14F-4D97-AF65-F5344CB8AC3E}">
        <p14:creationId xmlns:p14="http://schemas.microsoft.com/office/powerpoint/2010/main" val="1846550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48A116-7784-4E52-9D0A-7A69961D30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3C446321-C154-4652-AAA0-C58349A5A7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BB406B2A-303F-486A-BCA6-D65D5F0994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 xmlns:a16="http://schemas.microsoft.com/office/drawing/2014/main" id="{C5373EA0-0FD5-4758-A274-8AC6854831DC}"/>
              </a:ext>
            </a:extLst>
          </p:cNvPr>
          <p:cNvSpPr>
            <a:spLocks noGrp="1"/>
          </p:cNvSpPr>
          <p:nvPr>
            <p:ph type="dt" sz="half" idx="10"/>
          </p:nvPr>
        </p:nvSpPr>
        <p:spPr/>
        <p:txBody>
          <a:bodyPr/>
          <a:lstStyle/>
          <a:p>
            <a:fld id="{D7026D08-99ED-48A7-B787-D595C5ED8654}" type="datetimeFigureOut">
              <a:rPr lang="en-IN" smtClean="0"/>
              <a:t>14-02-2026</a:t>
            </a:fld>
            <a:endParaRPr lang="en-IN"/>
          </a:p>
        </p:txBody>
      </p:sp>
      <p:sp>
        <p:nvSpPr>
          <p:cNvPr id="6" name="Footer Placeholder 5">
            <a:extLst>
              <a:ext uri="{FF2B5EF4-FFF2-40B4-BE49-F238E27FC236}">
                <a16:creationId xmlns="" xmlns:a16="http://schemas.microsoft.com/office/drawing/2014/main" id="{9E1C1D6A-9B06-4982-92C2-BE1CC5EFE9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CFC9D2E5-CE44-4165-8648-7A66821C08FA}"/>
              </a:ext>
            </a:extLst>
          </p:cNvPr>
          <p:cNvSpPr>
            <a:spLocks noGrp="1"/>
          </p:cNvSpPr>
          <p:nvPr>
            <p:ph type="sldNum" sz="quarter" idx="12"/>
          </p:nvPr>
        </p:nvSpPr>
        <p:spPr/>
        <p:txBody>
          <a:bodyPr/>
          <a:lstStyle/>
          <a:p>
            <a:fld id="{C24AB65F-F49C-444B-BD26-D6DDA86AEAAB}" type="slidenum">
              <a:rPr lang="en-IN" smtClean="0"/>
              <a:t>‹#›</a:t>
            </a:fld>
            <a:endParaRPr lang="en-IN"/>
          </a:p>
        </p:txBody>
      </p:sp>
    </p:spTree>
    <p:extLst>
      <p:ext uri="{BB962C8B-B14F-4D97-AF65-F5344CB8AC3E}">
        <p14:creationId xmlns:p14="http://schemas.microsoft.com/office/powerpoint/2010/main" val="890395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459259B-591C-4AD5-9B47-435CABB9696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1289D279-1FD2-42FA-9122-0A6449D4E57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2A102BDC-D36D-4256-BE97-BFF3C4722FEE}"/>
              </a:ext>
            </a:extLst>
          </p:cNvPr>
          <p:cNvSpPr>
            <a:spLocks noGrp="1"/>
          </p:cNvSpPr>
          <p:nvPr>
            <p:ph type="dt" sz="half" idx="10"/>
          </p:nvPr>
        </p:nvSpPr>
        <p:spPr/>
        <p:txBody>
          <a:bodyPr/>
          <a:lstStyle/>
          <a:p>
            <a:fld id="{D7026D08-99ED-48A7-B787-D595C5ED8654}" type="datetimeFigureOut">
              <a:rPr lang="en-IN" smtClean="0"/>
              <a:t>14-02-2026</a:t>
            </a:fld>
            <a:endParaRPr lang="en-IN"/>
          </a:p>
        </p:txBody>
      </p:sp>
      <p:sp>
        <p:nvSpPr>
          <p:cNvPr id="5" name="Footer Placeholder 4">
            <a:extLst>
              <a:ext uri="{FF2B5EF4-FFF2-40B4-BE49-F238E27FC236}">
                <a16:creationId xmlns="" xmlns:a16="http://schemas.microsoft.com/office/drawing/2014/main" id="{69B7D9B9-58D7-4926-AA77-F97EC8A3B2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6F826CCC-6468-4BC8-A202-A91CC278E94B}"/>
              </a:ext>
            </a:extLst>
          </p:cNvPr>
          <p:cNvSpPr>
            <a:spLocks noGrp="1"/>
          </p:cNvSpPr>
          <p:nvPr>
            <p:ph type="sldNum" sz="quarter" idx="12"/>
          </p:nvPr>
        </p:nvSpPr>
        <p:spPr/>
        <p:txBody>
          <a:bodyPr/>
          <a:lstStyle/>
          <a:p>
            <a:fld id="{C24AB65F-F49C-444B-BD26-D6DDA86AEAAB}" type="slidenum">
              <a:rPr lang="en-IN" smtClean="0"/>
              <a:t>‹#›</a:t>
            </a:fld>
            <a:endParaRPr lang="en-IN"/>
          </a:p>
        </p:txBody>
      </p:sp>
    </p:spTree>
    <p:extLst>
      <p:ext uri="{BB962C8B-B14F-4D97-AF65-F5344CB8AC3E}">
        <p14:creationId xmlns:p14="http://schemas.microsoft.com/office/powerpoint/2010/main" val="3489213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9169AB60-793A-4376-8362-2CAACE8C420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350290A2-4F1F-4027-B8C0-62A16831456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8CC5D5AA-49B9-4C94-8184-1F41A301AB78}"/>
              </a:ext>
            </a:extLst>
          </p:cNvPr>
          <p:cNvSpPr>
            <a:spLocks noGrp="1"/>
          </p:cNvSpPr>
          <p:nvPr>
            <p:ph type="dt" sz="half" idx="10"/>
          </p:nvPr>
        </p:nvSpPr>
        <p:spPr/>
        <p:txBody>
          <a:bodyPr/>
          <a:lstStyle/>
          <a:p>
            <a:fld id="{D7026D08-99ED-48A7-B787-D595C5ED8654}" type="datetimeFigureOut">
              <a:rPr lang="en-IN" smtClean="0"/>
              <a:t>14-02-2026</a:t>
            </a:fld>
            <a:endParaRPr lang="en-IN"/>
          </a:p>
        </p:txBody>
      </p:sp>
      <p:sp>
        <p:nvSpPr>
          <p:cNvPr id="5" name="Footer Placeholder 4">
            <a:extLst>
              <a:ext uri="{FF2B5EF4-FFF2-40B4-BE49-F238E27FC236}">
                <a16:creationId xmlns="" xmlns:a16="http://schemas.microsoft.com/office/drawing/2014/main" id="{87F73205-3FB8-4532-B1FE-30A04B3F46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E3B793AD-3D25-482C-9F50-05D41922851B}"/>
              </a:ext>
            </a:extLst>
          </p:cNvPr>
          <p:cNvSpPr>
            <a:spLocks noGrp="1"/>
          </p:cNvSpPr>
          <p:nvPr>
            <p:ph type="sldNum" sz="quarter" idx="12"/>
          </p:nvPr>
        </p:nvSpPr>
        <p:spPr/>
        <p:txBody>
          <a:bodyPr/>
          <a:lstStyle/>
          <a:p>
            <a:fld id="{C24AB65F-F49C-444B-BD26-D6DDA86AEAAB}" type="slidenum">
              <a:rPr lang="en-IN" smtClean="0"/>
              <a:t>‹#›</a:t>
            </a:fld>
            <a:endParaRPr lang="en-IN"/>
          </a:p>
        </p:txBody>
      </p:sp>
    </p:spTree>
    <p:extLst>
      <p:ext uri="{BB962C8B-B14F-4D97-AF65-F5344CB8AC3E}">
        <p14:creationId xmlns:p14="http://schemas.microsoft.com/office/powerpoint/2010/main" val="12262589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4_Contents slide layout">
  <p:cSld name="4_Contents slide layout">
    <p:spTree>
      <p:nvGrpSpPr>
        <p:cNvPr id="1" name="Shape 6"/>
        <p:cNvGrpSpPr/>
        <p:nvPr/>
      </p:nvGrpSpPr>
      <p:grpSpPr>
        <a:xfrm>
          <a:off x="0" y="0"/>
          <a:ext cx="0" cy="0"/>
          <a:chOff x="0" y="0"/>
          <a:chExt cx="0" cy="0"/>
        </a:xfrm>
      </p:grpSpPr>
    </p:spTree>
    <p:extLst>
      <p:ext uri="{BB962C8B-B14F-4D97-AF65-F5344CB8AC3E}">
        <p14:creationId xmlns:p14="http://schemas.microsoft.com/office/powerpoint/2010/main" val="27479945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150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2_Cover alternate">
    <p:spTree>
      <p:nvGrpSpPr>
        <p:cNvPr id="1" name=""/>
        <p:cNvGrpSpPr/>
        <p:nvPr/>
      </p:nvGrpSpPr>
      <p:grpSpPr>
        <a:xfrm>
          <a:off x="0" y="0"/>
          <a:ext cx="0" cy="0"/>
          <a:chOff x="0" y="0"/>
          <a:chExt cx="0" cy="0"/>
        </a:xfrm>
      </p:grpSpPr>
      <p:pic>
        <p:nvPicPr>
          <p:cNvPr id="8" name="Picture 7">
            <a:extLst>
              <a:ext uri="{FF2B5EF4-FFF2-40B4-BE49-F238E27FC236}">
                <a16:creationId xmlns="" xmlns:a16="http://schemas.microsoft.com/office/drawing/2014/main" id="{23E9B9F1-7DCF-4CFE-AAFB-49F5C53767D0}"/>
              </a:ext>
            </a:extLst>
          </p:cNvPr>
          <p:cNvPicPr>
            <a:picLocks noChangeAspect="1"/>
          </p:cNvPicPr>
          <p:nvPr userDrawn="1"/>
        </p:nvPicPr>
        <p:blipFill rotWithShape="1">
          <a:blip r:embed="rId2"/>
          <a:srcRect t="25039"/>
          <a:stretch/>
        </p:blipFill>
        <p:spPr>
          <a:xfrm>
            <a:off x="0" y="1"/>
            <a:ext cx="12192000" cy="6857999"/>
          </a:xfrm>
          <a:prstGeom prst="rect">
            <a:avLst/>
          </a:prstGeom>
        </p:spPr>
      </p:pic>
      <p:sp>
        <p:nvSpPr>
          <p:cNvPr id="16" name="Freeform 56">
            <a:extLst>
              <a:ext uri="{FF2B5EF4-FFF2-40B4-BE49-F238E27FC236}">
                <a16:creationId xmlns="" xmlns:a16="http://schemas.microsoft.com/office/drawing/2014/main" id="{13A7AC18-CF42-4EC5-8D40-441EAE30A06C}"/>
              </a:ext>
            </a:extLst>
          </p:cNvPr>
          <p:cNvSpPr/>
          <p:nvPr userDrawn="1"/>
        </p:nvSpPr>
        <p:spPr>
          <a:xfrm>
            <a:off x="497856" y="795662"/>
            <a:ext cx="4927845"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1" name="Title 1"/>
          <p:cNvSpPr>
            <a:spLocks noGrp="1"/>
          </p:cNvSpPr>
          <p:nvPr>
            <p:ph type="ctrTitle"/>
          </p:nvPr>
        </p:nvSpPr>
        <p:spPr>
          <a:xfrm>
            <a:off x="775100" y="1954221"/>
            <a:ext cx="4326679" cy="979702"/>
          </a:xfrm>
        </p:spPr>
        <p:txBody>
          <a:bodyPr/>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775100" y="3046159"/>
            <a:ext cx="4326679" cy="1046323"/>
          </a:xfrm>
          <a:prstGeom prst="rect">
            <a:avLst/>
          </a:prstGeom>
        </p:spPr>
        <p:txBody>
          <a:bodyPr/>
          <a:lstStyle>
            <a:lvl1pPr marL="0" indent="0" algn="l">
              <a:spcAft>
                <a:spcPts val="1199"/>
              </a:spcAft>
              <a:buNone/>
              <a:defRPr sz="1999">
                <a:solidFill>
                  <a:schemeClr val="bg1"/>
                </a:solidFill>
                <a:latin typeface="EYInterstate" panose="02000503020000020004" pitchFamily="2" charset="0"/>
                <a:cs typeface="Arial" pitchFamily="34" charset="0"/>
              </a:defRPr>
            </a:lvl1pPr>
            <a:lvl2pPr marL="0" indent="0" algn="l">
              <a:buNone/>
              <a:defRPr sz="1599" b="1">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14" name="Group 4">
            <a:extLst>
              <a:ext uri="{FF2B5EF4-FFF2-40B4-BE49-F238E27FC236}">
                <a16:creationId xmlns="" xmlns:a16="http://schemas.microsoft.com/office/drawing/2014/main" id="{C8422AE9-8257-41A9-AB41-1F10585C886F}"/>
              </a:ext>
            </a:extLst>
          </p:cNvPr>
          <p:cNvGrpSpPr>
            <a:grpSpLocks noChangeAspect="1"/>
          </p:cNvGrpSpPr>
          <p:nvPr userDrawn="1"/>
        </p:nvGrpSpPr>
        <p:grpSpPr bwMode="auto">
          <a:xfrm>
            <a:off x="10359392" y="4960938"/>
            <a:ext cx="1224912" cy="1435100"/>
            <a:chOff x="6529" y="3125"/>
            <a:chExt cx="772" cy="904"/>
          </a:xfrm>
        </p:grpSpPr>
        <p:sp>
          <p:nvSpPr>
            <p:cNvPr id="15" name="Freeform 5">
              <a:extLst>
                <a:ext uri="{FF2B5EF4-FFF2-40B4-BE49-F238E27FC236}">
                  <a16:creationId xmlns="" xmlns:a16="http://schemas.microsoft.com/office/drawing/2014/main" id="{D19659BD-653C-4300-9060-420AFAE39587}"/>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 name="Freeform 6">
              <a:extLst>
                <a:ext uri="{FF2B5EF4-FFF2-40B4-BE49-F238E27FC236}">
                  <a16:creationId xmlns="" xmlns:a16="http://schemas.microsoft.com/office/drawing/2014/main" id="{A4669336-72A1-4233-827A-C41AB4C1CC04}"/>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1716058614"/>
      </p:ext>
    </p:extLst>
  </p:cSld>
  <p:clrMapOvr>
    <a:masterClrMapping/>
  </p:clrMapOvr>
  <p:extLst>
    <p:ext uri="{DCECCB84-F9BA-43D5-87BE-67443E8EF086}">
      <p15:sldGuideLst xmlns:p15="http://schemas.microsoft.com/office/powerpoint/2012/main">
        <p15:guide id="2" pos="384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sz="2399">
                <a:solidFill>
                  <a:schemeClr val="bg1"/>
                </a:solidFill>
              </a:defRPr>
            </a:lvl1pPr>
          </a:lstStyle>
          <a:p>
            <a:r>
              <a:rPr lang="en-US"/>
              <a:t>Click to edit Master title style</a:t>
            </a:r>
            <a:endParaRPr lang="en-GB"/>
          </a:p>
        </p:txBody>
      </p:sp>
      <p:sp>
        <p:nvSpPr>
          <p:cNvPr id="12" name="Line 10">
            <a:extLst>
              <a:ext uri="{FF2B5EF4-FFF2-40B4-BE49-F238E27FC236}">
                <a16:creationId xmlns="" xmlns:a16="http://schemas.microsoft.com/office/drawing/2014/main" id="{DA9741B6-D337-4A18-8ECB-FB21A6953E44}"/>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8" name="Text Placeholder 2">
            <a:extLst>
              <a:ext uri="{FF2B5EF4-FFF2-40B4-BE49-F238E27FC236}">
                <a16:creationId xmlns="" xmlns:a16="http://schemas.microsoft.com/office/drawing/2014/main" id="{90356C28-34FC-48BD-943E-82B485EB0C49}"/>
              </a:ext>
            </a:extLst>
          </p:cNvPr>
          <p:cNvSpPr>
            <a:spLocks noGrp="1"/>
          </p:cNvSpPr>
          <p:nvPr>
            <p:ph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6194951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ndard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294200"/>
            <a:ext cx="10972800" cy="590400"/>
          </a:xfrm>
        </p:spPr>
        <p:txBody>
          <a:bodyPr/>
          <a:lstStyle>
            <a:lvl1pPr>
              <a:defRPr sz="2399">
                <a:solidFill>
                  <a:schemeClr val="bg1"/>
                </a:solidFill>
              </a:defRPr>
            </a:lvl1pPr>
          </a:lstStyle>
          <a:p>
            <a:r>
              <a:rPr lang="en-US"/>
              <a:t>Standard slide</a:t>
            </a:r>
            <a:endParaRPr lang="en-GB"/>
          </a:p>
        </p:txBody>
      </p:sp>
      <p:sp>
        <p:nvSpPr>
          <p:cNvPr id="80" name="Line 10">
            <a:extLst>
              <a:ext uri="{FF2B5EF4-FFF2-40B4-BE49-F238E27FC236}">
                <a16:creationId xmlns="" xmlns:a16="http://schemas.microsoft.com/office/drawing/2014/main" id="{EF8E9275-C0E0-4ABA-8699-73E5E292EC85}"/>
              </a:ext>
            </a:extLst>
          </p:cNvPr>
          <p:cNvSpPr>
            <a:spLocks noChangeShapeType="1"/>
          </p:cNvSpPr>
          <p:nvPr userDrawn="1"/>
        </p:nvSpPr>
        <p:spPr bwMode="auto">
          <a:xfrm>
            <a:off x="608116" y="104237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6785418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Standard slide">
    <p:spTree>
      <p:nvGrpSpPr>
        <p:cNvPr id="1" name=""/>
        <p:cNvGrpSpPr/>
        <p:nvPr/>
      </p:nvGrpSpPr>
      <p:grpSpPr>
        <a:xfrm>
          <a:off x="0" y="0"/>
          <a:ext cx="0" cy="0"/>
          <a:chOff x="0" y="0"/>
          <a:chExt cx="0" cy="0"/>
        </a:xfrm>
      </p:grpSpPr>
      <p:sp>
        <p:nvSpPr>
          <p:cNvPr id="5" name="Picture Placeholder 4">
            <a:extLst>
              <a:ext uri="{FF2B5EF4-FFF2-40B4-BE49-F238E27FC236}">
                <a16:creationId xmlns="" xmlns:a16="http://schemas.microsoft.com/office/drawing/2014/main" id="{380593A0-4211-460E-B6CF-FE2D9CE6D9CB}"/>
              </a:ext>
            </a:extLst>
          </p:cNvPr>
          <p:cNvSpPr>
            <a:spLocks noGrp="1"/>
          </p:cNvSpPr>
          <p:nvPr>
            <p:ph type="pic" sz="quarter" idx="10"/>
          </p:nvPr>
        </p:nvSpPr>
        <p:spPr>
          <a:xfrm>
            <a:off x="8194852" y="1"/>
            <a:ext cx="3997149" cy="6156104"/>
          </a:xfrm>
          <a:prstGeom prst="rect">
            <a:avLst/>
          </a:prstGeom>
        </p:spPr>
        <p:txBody>
          <a:bodyPr/>
          <a:lstStyle/>
          <a:p>
            <a:endParaRPr lang="en-IN"/>
          </a:p>
        </p:txBody>
      </p:sp>
      <p:sp>
        <p:nvSpPr>
          <p:cNvPr id="2" name="Title 1"/>
          <p:cNvSpPr>
            <a:spLocks noGrp="1"/>
          </p:cNvSpPr>
          <p:nvPr>
            <p:ph type="title"/>
          </p:nvPr>
        </p:nvSpPr>
        <p:spPr>
          <a:xfrm>
            <a:off x="609601" y="294200"/>
            <a:ext cx="7440547"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609601" y="1137921"/>
            <a:ext cx="7295842" cy="873760"/>
          </a:xfrm>
          <a:prstGeom prst="rect">
            <a:avLst/>
          </a:prstGeo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 xmlns:a16="http://schemas.microsoft.com/office/drawing/2014/main" id="{578D3272-120F-430D-AFB5-E93227EEEAAF}"/>
              </a:ext>
            </a:extLst>
          </p:cNvPr>
          <p:cNvSpPr>
            <a:spLocks noGrp="1"/>
          </p:cNvSpPr>
          <p:nvPr>
            <p:ph idx="11" hasCustomPrompt="1"/>
          </p:nvPr>
        </p:nvSpPr>
        <p:spPr>
          <a:xfrm>
            <a:off x="609601" y="2311401"/>
            <a:ext cx="3578253" cy="3844704"/>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2" name="Content Placeholder 2">
            <a:extLst>
              <a:ext uri="{FF2B5EF4-FFF2-40B4-BE49-F238E27FC236}">
                <a16:creationId xmlns="" xmlns:a16="http://schemas.microsoft.com/office/drawing/2014/main" id="{0C7BD71A-882B-40FB-A05F-48ECC69FF73D}"/>
              </a:ext>
            </a:extLst>
          </p:cNvPr>
          <p:cNvSpPr>
            <a:spLocks noGrp="1"/>
          </p:cNvSpPr>
          <p:nvPr>
            <p:ph idx="12" hasCustomPrompt="1"/>
          </p:nvPr>
        </p:nvSpPr>
        <p:spPr>
          <a:xfrm>
            <a:off x="4327190" y="2311402"/>
            <a:ext cx="3578253" cy="1254759"/>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4" name="Content Placeholder 2">
            <a:extLst>
              <a:ext uri="{FF2B5EF4-FFF2-40B4-BE49-F238E27FC236}">
                <a16:creationId xmlns="" xmlns:a16="http://schemas.microsoft.com/office/drawing/2014/main" id="{D87D58C8-1517-42AA-8B2A-E449A3F6F028}"/>
              </a:ext>
            </a:extLst>
          </p:cNvPr>
          <p:cNvSpPr>
            <a:spLocks noGrp="1"/>
          </p:cNvSpPr>
          <p:nvPr>
            <p:ph idx="13" hasCustomPrompt="1"/>
          </p:nvPr>
        </p:nvSpPr>
        <p:spPr>
          <a:xfrm>
            <a:off x="4327190" y="4236721"/>
            <a:ext cx="3578253" cy="1944160"/>
          </a:xfrm>
          <a:prstGeom prst="rect">
            <a:avLst/>
          </a:prstGeom>
        </p:spPr>
        <p:txBody>
          <a:bodyPr numCol="1"/>
          <a:lstStyle>
            <a:lvl1pPr marL="0" indent="0">
              <a:buNone/>
              <a:defRPr sz="1799">
                <a:solidFill>
                  <a:schemeClr val="bg1"/>
                </a:solidFill>
                <a:latin typeface="Georgia" panose="02040502050405020303" pitchFamily="18" charset="0"/>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Quote</a:t>
            </a:r>
          </a:p>
        </p:txBody>
      </p:sp>
      <p:sp>
        <p:nvSpPr>
          <p:cNvPr id="23" name="Line 10">
            <a:extLst>
              <a:ext uri="{FF2B5EF4-FFF2-40B4-BE49-F238E27FC236}">
                <a16:creationId xmlns="" xmlns:a16="http://schemas.microsoft.com/office/drawing/2014/main" id="{E820DC59-E206-4DC0-9012-584F8EBAF730}"/>
              </a:ext>
            </a:extLst>
          </p:cNvPr>
          <p:cNvSpPr>
            <a:spLocks noChangeShapeType="1"/>
          </p:cNvSpPr>
          <p:nvPr userDrawn="1"/>
        </p:nvSpPr>
        <p:spPr bwMode="auto">
          <a:xfrm>
            <a:off x="609601" y="907750"/>
            <a:ext cx="771983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41180489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Standard slide">
    <p:spTree>
      <p:nvGrpSpPr>
        <p:cNvPr id="1" name=""/>
        <p:cNvGrpSpPr/>
        <p:nvPr/>
      </p:nvGrpSpPr>
      <p:grpSpPr>
        <a:xfrm>
          <a:off x="0" y="0"/>
          <a:ext cx="0" cy="0"/>
          <a:chOff x="0" y="0"/>
          <a:chExt cx="0" cy="0"/>
        </a:xfrm>
      </p:grpSpPr>
      <p:sp>
        <p:nvSpPr>
          <p:cNvPr id="5" name="Picture Placeholder 4">
            <a:extLst>
              <a:ext uri="{FF2B5EF4-FFF2-40B4-BE49-F238E27FC236}">
                <a16:creationId xmlns="" xmlns:a16="http://schemas.microsoft.com/office/drawing/2014/main" id="{380593A0-4211-460E-B6CF-FE2D9CE6D9CB}"/>
              </a:ext>
            </a:extLst>
          </p:cNvPr>
          <p:cNvSpPr>
            <a:spLocks noGrp="1"/>
          </p:cNvSpPr>
          <p:nvPr>
            <p:ph type="pic" sz="quarter" idx="10"/>
          </p:nvPr>
        </p:nvSpPr>
        <p:spPr>
          <a:xfrm>
            <a:off x="0" y="1"/>
            <a:ext cx="2383219" cy="6857999"/>
          </a:xfrm>
          <a:prstGeom prst="rect">
            <a:avLst/>
          </a:prstGeom>
        </p:spPr>
        <p:txBody>
          <a:bodyPr/>
          <a:lstStyle/>
          <a:p>
            <a:endParaRPr lang="en-IN"/>
          </a:p>
        </p:txBody>
      </p:sp>
      <p:sp>
        <p:nvSpPr>
          <p:cNvPr id="2" name="Title 1"/>
          <p:cNvSpPr>
            <a:spLocks noGrp="1"/>
          </p:cNvSpPr>
          <p:nvPr>
            <p:ph type="title"/>
          </p:nvPr>
        </p:nvSpPr>
        <p:spPr>
          <a:xfrm>
            <a:off x="2693891" y="294200"/>
            <a:ext cx="8887371"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2693890" y="1137921"/>
            <a:ext cx="2741454" cy="5018184"/>
          </a:xfrm>
          <a:prstGeom prst="rect">
            <a:avLst/>
          </a:prstGeo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 xmlns:a16="http://schemas.microsoft.com/office/drawing/2014/main" id="{578D3272-120F-430D-AFB5-E93227EEEAAF}"/>
              </a:ext>
            </a:extLst>
          </p:cNvPr>
          <p:cNvSpPr>
            <a:spLocks noGrp="1"/>
          </p:cNvSpPr>
          <p:nvPr>
            <p:ph idx="11" hasCustomPrompt="1"/>
          </p:nvPr>
        </p:nvSpPr>
        <p:spPr>
          <a:xfrm>
            <a:off x="5724102" y="1137921"/>
            <a:ext cx="2802382" cy="5018184"/>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23" name="Content Placeholder 2">
            <a:extLst>
              <a:ext uri="{FF2B5EF4-FFF2-40B4-BE49-F238E27FC236}">
                <a16:creationId xmlns="" xmlns:a16="http://schemas.microsoft.com/office/drawing/2014/main" id="{6FF4A6F8-D9C6-4FEE-9324-5200D308BB1F}"/>
              </a:ext>
            </a:extLst>
          </p:cNvPr>
          <p:cNvSpPr>
            <a:spLocks noGrp="1"/>
          </p:cNvSpPr>
          <p:nvPr userDrawn="1">
            <p:ph idx="12" hasCustomPrompt="1"/>
          </p:nvPr>
        </p:nvSpPr>
        <p:spPr>
          <a:xfrm>
            <a:off x="8815241" y="1137922"/>
            <a:ext cx="2767159" cy="2796151"/>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9" name="Line 10">
            <a:extLst>
              <a:ext uri="{FF2B5EF4-FFF2-40B4-BE49-F238E27FC236}">
                <a16:creationId xmlns="" xmlns:a16="http://schemas.microsoft.com/office/drawing/2014/main" id="{B63A7CBA-3151-452E-BD2F-D3E65CE1595F}"/>
              </a:ext>
            </a:extLst>
          </p:cNvPr>
          <p:cNvSpPr>
            <a:spLocks noChangeShapeType="1"/>
          </p:cNvSpPr>
          <p:nvPr userDrawn="1"/>
        </p:nvSpPr>
        <p:spPr bwMode="auto">
          <a:xfrm>
            <a:off x="2693891" y="907750"/>
            <a:ext cx="8887371"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21671374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1" y="1137920"/>
            <a:ext cx="8234455" cy="4834800"/>
          </a:xfrm>
          <a:prstGeom prst="rect">
            <a:avLst/>
          </a:prstGeom>
        </p:spPr>
        <p:txBody>
          <a:bodyPr/>
          <a:lstStyle>
            <a:lvl1pPr marL="0" indent="0">
              <a:spcBef>
                <a:spcPts val="0"/>
              </a:spcBef>
              <a:buNone/>
              <a:defRPr>
                <a:solidFill>
                  <a:schemeClr val="bg1"/>
                </a:solidFill>
              </a:defRPr>
            </a:lvl1pPr>
            <a:lvl2pPr marL="0" indent="0">
              <a:spcBef>
                <a:spcPts val="0"/>
              </a:spcBef>
              <a:buNone/>
              <a:defRPr sz="1799">
                <a:solidFill>
                  <a:schemeClr val="bg1"/>
                </a:solidFill>
              </a:defRPr>
            </a:lvl2pPr>
            <a:lvl3pPr marL="0" indent="0">
              <a:spcBef>
                <a:spcPts val="0"/>
              </a:spcBef>
              <a:buNone/>
              <a:defRPr sz="1599">
                <a:solidFill>
                  <a:schemeClr val="bg1"/>
                </a:solidFill>
              </a:defRPr>
            </a:lvl3pPr>
            <a:lvl4pPr marL="0" indent="0">
              <a:spcBef>
                <a:spcPts val="0"/>
              </a:spcBef>
              <a:buNone/>
              <a:defRPr sz="1399">
                <a:solidFill>
                  <a:schemeClr val="bg1"/>
                </a:solidFill>
              </a:defRPr>
            </a:lvl4pPr>
            <a:lvl5pPr marL="0" indent="0">
              <a:spcBef>
                <a:spcPts val="0"/>
              </a:spcBef>
              <a:buNone/>
              <a:defRPr sz="11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Line 10">
            <a:extLst>
              <a:ext uri="{FF2B5EF4-FFF2-40B4-BE49-F238E27FC236}">
                <a16:creationId xmlns="" xmlns:a16="http://schemas.microsoft.com/office/drawing/2014/main" id="{CF130104-FAF2-4309-9701-573F37743137}"/>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9796577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Standard slide_no bullets">
    <p:spTree>
      <p:nvGrpSpPr>
        <p:cNvPr id="1" name=""/>
        <p:cNvGrpSpPr/>
        <p:nvPr/>
      </p:nvGrpSpPr>
      <p:grpSpPr>
        <a:xfrm>
          <a:off x="0" y="0"/>
          <a:ext cx="0" cy="0"/>
          <a:chOff x="0" y="0"/>
          <a:chExt cx="0" cy="0"/>
        </a:xfrm>
      </p:grpSpPr>
      <p:sp>
        <p:nvSpPr>
          <p:cNvPr id="3" name="Picture Placeholder 2">
            <a:extLst>
              <a:ext uri="{FF2B5EF4-FFF2-40B4-BE49-F238E27FC236}">
                <a16:creationId xmlns="" xmlns:a16="http://schemas.microsoft.com/office/drawing/2014/main" id="{0CBA94B7-7BDE-4510-A417-A765301D1371}"/>
              </a:ext>
            </a:extLst>
          </p:cNvPr>
          <p:cNvSpPr>
            <a:spLocks noGrp="1"/>
          </p:cNvSpPr>
          <p:nvPr>
            <p:ph type="pic" sz="quarter" idx="11"/>
          </p:nvPr>
        </p:nvSpPr>
        <p:spPr>
          <a:xfrm>
            <a:off x="0" y="0"/>
            <a:ext cx="12192000" cy="6858000"/>
          </a:xfrm>
          <a:prstGeom prst="rect">
            <a:avLst/>
          </a:prstGeom>
          <a:ln>
            <a:noFill/>
          </a:ln>
        </p:spPr>
        <p:txBody>
          <a:bodyPr/>
          <a:lstStyle>
            <a:lvl1pPr marL="0" indent="0" algn="ctr">
              <a:buNone/>
              <a:defRPr/>
            </a:lvl1pPr>
          </a:lstStyle>
          <a:p>
            <a:endParaRPr lang="en-IN"/>
          </a:p>
        </p:txBody>
      </p:sp>
      <p:sp>
        <p:nvSpPr>
          <p:cNvPr id="5" name="Text Placeholder 4">
            <a:extLst>
              <a:ext uri="{FF2B5EF4-FFF2-40B4-BE49-F238E27FC236}">
                <a16:creationId xmlns="" xmlns:a16="http://schemas.microsoft.com/office/drawing/2014/main" id="{B697C43D-4F1B-43DA-A0C6-DA6B6708E161}"/>
              </a:ext>
            </a:extLst>
          </p:cNvPr>
          <p:cNvSpPr>
            <a:spLocks noGrp="1"/>
          </p:cNvSpPr>
          <p:nvPr>
            <p:ph type="body" sz="quarter" idx="10" hasCustomPrompt="1"/>
          </p:nvPr>
        </p:nvSpPr>
        <p:spPr>
          <a:xfrm>
            <a:off x="352616" y="2851522"/>
            <a:ext cx="4445485" cy="1202318"/>
          </a:xfrm>
          <a:prstGeom prst="rect">
            <a:avLst/>
          </a:prstGeom>
        </p:spPr>
        <p:txBody>
          <a:bodyPr vert="horz" lIns="0" tIns="0" rIns="0" bIns="0" rtlCol="0" anchor="ctr" anchorCtr="0">
            <a:noAutofit/>
          </a:bodyPr>
          <a:lstStyle>
            <a:lvl1pPr marL="0" indent="0">
              <a:buNone/>
              <a:defRPr kumimoji="0" lang="en-IN" sz="3598" b="0" i="0" u="none" strike="noStrike" cap="none" spc="0" normalizeH="0" baseline="0" dirty="0">
                <a:ln>
                  <a:noFill/>
                </a:ln>
                <a:solidFill>
                  <a:schemeClr val="tx1"/>
                </a:solidFill>
                <a:effectLst/>
                <a:uLnTx/>
                <a:uFillTx/>
                <a:latin typeface="EYInterstate Light" panose="02000506000000020004" pitchFamily="2" charset="0"/>
                <a:ea typeface="+mj-ea"/>
                <a:cs typeface="+mj-cs"/>
              </a:defRPr>
            </a:lvl1pPr>
          </a:lstStyle>
          <a:p>
            <a:pPr marL="356438" marR="0" lvl="0" indent="-356438" defTabSz="1007383" fontAlgn="auto">
              <a:lnSpc>
                <a:spcPct val="100000"/>
              </a:lnSpc>
              <a:spcBef>
                <a:spcPct val="0"/>
              </a:spcBef>
              <a:spcAft>
                <a:spcPts val="0"/>
              </a:spcAft>
              <a:buClrTx/>
              <a:buSzTx/>
              <a:tabLst/>
            </a:pPr>
            <a:r>
              <a:rPr lang="en-US"/>
              <a:t>Chapter Title</a:t>
            </a:r>
            <a:endParaRPr lang="en-IN"/>
          </a:p>
        </p:txBody>
      </p:sp>
    </p:spTree>
    <p:extLst>
      <p:ext uri="{BB962C8B-B14F-4D97-AF65-F5344CB8AC3E}">
        <p14:creationId xmlns:p14="http://schemas.microsoft.com/office/powerpoint/2010/main" val="3045902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Standard slide_no bullets">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B697C43D-4F1B-43DA-A0C6-DA6B6708E161}"/>
              </a:ext>
            </a:extLst>
          </p:cNvPr>
          <p:cNvSpPr>
            <a:spLocks noGrp="1"/>
          </p:cNvSpPr>
          <p:nvPr>
            <p:ph type="body" sz="quarter" idx="10" hasCustomPrompt="1"/>
          </p:nvPr>
        </p:nvSpPr>
        <p:spPr>
          <a:xfrm>
            <a:off x="352616" y="2851522"/>
            <a:ext cx="4445485" cy="1202318"/>
          </a:xfrm>
          <a:prstGeom prst="rect">
            <a:avLst/>
          </a:prstGeom>
        </p:spPr>
        <p:txBody>
          <a:bodyPr vert="horz" lIns="0" tIns="0" rIns="0" bIns="0" rtlCol="0" anchor="ctr" anchorCtr="0">
            <a:noAutofit/>
          </a:bodyPr>
          <a:lstStyle>
            <a:lvl1pPr marL="0" indent="0">
              <a:buNone/>
              <a:defRPr kumimoji="0" lang="en-IN" sz="3598" b="0" i="0" u="none" strike="noStrike" cap="none" spc="0" normalizeH="0" baseline="0" dirty="0">
                <a:ln>
                  <a:noFill/>
                </a:ln>
                <a:solidFill>
                  <a:schemeClr val="bg2"/>
                </a:solidFill>
                <a:effectLst/>
                <a:uLnTx/>
                <a:uFillTx/>
                <a:latin typeface="EYInterstate Light" panose="02000506000000020004" pitchFamily="2" charset="0"/>
                <a:ea typeface="+mj-ea"/>
                <a:cs typeface="+mj-cs"/>
              </a:defRPr>
            </a:lvl1pPr>
          </a:lstStyle>
          <a:p>
            <a:pPr marL="356438" marR="0" lvl="0" indent="-356438" defTabSz="1007383" fontAlgn="auto">
              <a:lnSpc>
                <a:spcPct val="100000"/>
              </a:lnSpc>
              <a:spcBef>
                <a:spcPct val="0"/>
              </a:spcBef>
              <a:spcAft>
                <a:spcPts val="0"/>
              </a:spcAft>
              <a:buClrTx/>
              <a:buSzTx/>
              <a:tabLst/>
            </a:pPr>
            <a:r>
              <a:rPr lang="en-US"/>
              <a:t>Chapter Title</a:t>
            </a:r>
            <a:endParaRPr lang="en-IN"/>
          </a:p>
        </p:txBody>
      </p:sp>
    </p:spTree>
    <p:extLst>
      <p:ext uri="{BB962C8B-B14F-4D97-AF65-F5344CB8AC3E}">
        <p14:creationId xmlns:p14="http://schemas.microsoft.com/office/powerpoint/2010/main" val="13657774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Standard slide_Quotes">
    <p:spTree>
      <p:nvGrpSpPr>
        <p:cNvPr id="1" name=""/>
        <p:cNvGrpSpPr/>
        <p:nvPr/>
      </p:nvGrpSpPr>
      <p:grpSpPr>
        <a:xfrm>
          <a:off x="0" y="0"/>
          <a:ext cx="0" cy="0"/>
          <a:chOff x="0" y="0"/>
          <a:chExt cx="0" cy="0"/>
        </a:xfrm>
      </p:grpSpPr>
      <p:sp>
        <p:nvSpPr>
          <p:cNvPr id="5" name="Text Placeholder 11">
            <a:extLst>
              <a:ext uri="{FF2B5EF4-FFF2-40B4-BE49-F238E27FC236}">
                <a16:creationId xmlns="" xmlns:a16="http://schemas.microsoft.com/office/drawing/2014/main" id="{8F291EB0-15F5-4E9A-A38B-CE3AC1452E21}"/>
              </a:ext>
            </a:extLst>
          </p:cNvPr>
          <p:cNvSpPr txBox="1">
            <a:spLocks/>
          </p:cNvSpPr>
          <p:nvPr userDrawn="1"/>
        </p:nvSpPr>
        <p:spPr>
          <a:xfrm>
            <a:off x="477102" y="1488927"/>
            <a:ext cx="2337171" cy="858838"/>
          </a:xfrm>
          <a:prstGeom prst="rect">
            <a:avLst/>
          </a:prstGeom>
        </p:spPr>
        <p:txBody>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11194">
                <a:solidFill>
                  <a:schemeClr val="tx2"/>
                </a:solidFill>
                <a:latin typeface="Georgia" panose="02040502050405020303" pitchFamily="18" charset="0"/>
              </a:rPr>
              <a:t>“</a:t>
            </a:r>
          </a:p>
        </p:txBody>
      </p:sp>
      <p:sp>
        <p:nvSpPr>
          <p:cNvPr id="7" name="Text Placeholder 6">
            <a:extLst>
              <a:ext uri="{FF2B5EF4-FFF2-40B4-BE49-F238E27FC236}">
                <a16:creationId xmlns="" xmlns:a16="http://schemas.microsoft.com/office/drawing/2014/main" id="{FB5D2AC0-B4F7-4455-9AE0-201966050A6D}"/>
              </a:ext>
            </a:extLst>
          </p:cNvPr>
          <p:cNvSpPr>
            <a:spLocks noGrp="1"/>
          </p:cNvSpPr>
          <p:nvPr>
            <p:ph type="body" sz="quarter" idx="10"/>
          </p:nvPr>
        </p:nvSpPr>
        <p:spPr>
          <a:xfrm>
            <a:off x="513083" y="2526765"/>
            <a:ext cx="5289245" cy="1800000"/>
          </a:xfrm>
          <a:prstGeom prst="rect">
            <a:avLst/>
          </a:prstGeom>
        </p:spPr>
        <p:txBody>
          <a:bodyPr lIns="90000" tIns="46800" rIns="90000" bIns="46800"/>
          <a:lstStyle>
            <a:lvl1pPr marL="0" indent="0">
              <a:buNone/>
              <a:defRPr lang="en-US" sz="2799" dirty="0" smtClean="0">
                <a:latin typeface="Georgia" panose="02040502050405020303" pitchFamily="18" charset="0"/>
              </a:defRPr>
            </a:lvl1pPr>
          </a:lstStyle>
          <a:p>
            <a:pPr marL="356438" lvl="0" indent="-356438">
              <a:spcBef>
                <a:spcPts val="0"/>
              </a:spcBef>
            </a:pPr>
            <a:r>
              <a:rPr lang="en-US"/>
              <a:t>Edit Master text styles</a:t>
            </a:r>
          </a:p>
        </p:txBody>
      </p:sp>
      <p:sp>
        <p:nvSpPr>
          <p:cNvPr id="8" name="Text Placeholder 6">
            <a:extLst>
              <a:ext uri="{FF2B5EF4-FFF2-40B4-BE49-F238E27FC236}">
                <a16:creationId xmlns="" xmlns:a16="http://schemas.microsoft.com/office/drawing/2014/main" id="{F1BA83A2-78F0-4F7E-836B-9B4B87820F96}"/>
              </a:ext>
            </a:extLst>
          </p:cNvPr>
          <p:cNvSpPr>
            <a:spLocks noGrp="1"/>
          </p:cNvSpPr>
          <p:nvPr>
            <p:ph type="body" sz="quarter" idx="11" hasCustomPrompt="1"/>
          </p:nvPr>
        </p:nvSpPr>
        <p:spPr>
          <a:xfrm>
            <a:off x="513083" y="4632765"/>
            <a:ext cx="5289245" cy="316838"/>
          </a:xfrm>
          <a:prstGeom prst="rect">
            <a:avLst/>
          </a:prstGeo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rgbClr val="2E2E38"/>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Name Surname</a:t>
            </a:r>
          </a:p>
        </p:txBody>
      </p:sp>
      <p:sp>
        <p:nvSpPr>
          <p:cNvPr id="9" name="Text Placeholder 6">
            <a:extLst>
              <a:ext uri="{FF2B5EF4-FFF2-40B4-BE49-F238E27FC236}">
                <a16:creationId xmlns="" xmlns:a16="http://schemas.microsoft.com/office/drawing/2014/main" id="{034CE9DD-CE12-4D9F-8FD6-A2522F36C807}"/>
              </a:ext>
            </a:extLst>
          </p:cNvPr>
          <p:cNvSpPr>
            <a:spLocks noGrp="1"/>
          </p:cNvSpPr>
          <p:nvPr>
            <p:ph type="body" sz="quarter" idx="12" hasCustomPrompt="1"/>
          </p:nvPr>
        </p:nvSpPr>
        <p:spPr>
          <a:xfrm>
            <a:off x="513083" y="4971442"/>
            <a:ext cx="5289245" cy="316838"/>
          </a:xfrm>
          <a:prstGeom prst="rect">
            <a:avLst/>
          </a:prstGeo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rgbClr val="2E2E38"/>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Job Title</a:t>
            </a:r>
          </a:p>
        </p:txBody>
      </p:sp>
    </p:spTree>
    <p:extLst>
      <p:ext uri="{BB962C8B-B14F-4D97-AF65-F5344CB8AC3E}">
        <p14:creationId xmlns:p14="http://schemas.microsoft.com/office/powerpoint/2010/main" val="25113099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Standard slide_Quotes">
    <p:spTree>
      <p:nvGrpSpPr>
        <p:cNvPr id="1" name=""/>
        <p:cNvGrpSpPr/>
        <p:nvPr/>
      </p:nvGrpSpPr>
      <p:grpSpPr>
        <a:xfrm>
          <a:off x="0" y="0"/>
          <a:ext cx="0" cy="0"/>
          <a:chOff x="0" y="0"/>
          <a:chExt cx="0" cy="0"/>
        </a:xfrm>
      </p:grpSpPr>
      <p:sp>
        <p:nvSpPr>
          <p:cNvPr id="4" name="Text Placeholder 6">
            <a:extLst>
              <a:ext uri="{FF2B5EF4-FFF2-40B4-BE49-F238E27FC236}">
                <a16:creationId xmlns="" xmlns:a16="http://schemas.microsoft.com/office/drawing/2014/main" id="{E28D7EA5-A532-4D8B-9984-8F3D1FEA98DB}"/>
              </a:ext>
            </a:extLst>
          </p:cNvPr>
          <p:cNvSpPr>
            <a:spLocks noGrp="1"/>
          </p:cNvSpPr>
          <p:nvPr>
            <p:ph type="body" sz="quarter" idx="10"/>
          </p:nvPr>
        </p:nvSpPr>
        <p:spPr>
          <a:xfrm>
            <a:off x="3451378" y="2060235"/>
            <a:ext cx="5289245" cy="3025522"/>
          </a:xfrm>
          <a:prstGeom prst="rect">
            <a:avLst/>
          </a:prstGeom>
        </p:spPr>
        <p:txBody>
          <a:bodyPr lIns="0" tIns="0" rIns="0" bIns="0">
            <a:noAutofit/>
          </a:bodyPr>
          <a:lstStyle>
            <a:lvl1pPr marL="0" indent="0" algn="ctr">
              <a:buNone/>
              <a:defRPr lang="en-US" sz="2799" dirty="0" smtClean="0">
                <a:latin typeface="Georgia" panose="02040502050405020303" pitchFamily="18" charset="0"/>
              </a:defRPr>
            </a:lvl1pPr>
          </a:lstStyle>
          <a:p>
            <a:pPr marL="356438" lvl="0" indent="-356438" algn="ctr">
              <a:spcBef>
                <a:spcPts val="0"/>
              </a:spcBef>
            </a:pPr>
            <a:r>
              <a:rPr lang="en-US"/>
              <a:t>Edit Master text styles</a:t>
            </a:r>
          </a:p>
        </p:txBody>
      </p:sp>
      <p:sp>
        <p:nvSpPr>
          <p:cNvPr id="5" name="Text Placeholder 6">
            <a:extLst>
              <a:ext uri="{FF2B5EF4-FFF2-40B4-BE49-F238E27FC236}">
                <a16:creationId xmlns="" xmlns:a16="http://schemas.microsoft.com/office/drawing/2014/main" id="{9F9B9C3C-16F2-40B2-A460-0480520ECF89}"/>
              </a:ext>
            </a:extLst>
          </p:cNvPr>
          <p:cNvSpPr>
            <a:spLocks noGrp="1"/>
          </p:cNvSpPr>
          <p:nvPr>
            <p:ph type="body" sz="quarter" idx="11" hasCustomPrompt="1"/>
          </p:nvPr>
        </p:nvSpPr>
        <p:spPr>
          <a:xfrm>
            <a:off x="3451378" y="5506678"/>
            <a:ext cx="5289245" cy="316838"/>
          </a:xfrm>
          <a:prstGeom prst="rect">
            <a:avLst/>
          </a:prstGeom>
        </p:spPr>
        <p:txBody>
          <a:bodyPr lIns="0" tIns="0" rIns="0" bIns="0">
            <a:noAutofit/>
          </a:bodyPr>
          <a:lstStyle>
            <a:lvl1pPr marL="0" indent="0" algn="ctr">
              <a:buNone/>
              <a:defRPr lang="en-US" sz="1599" dirty="0" smtClean="0">
                <a:solidFill>
                  <a:srgbClr val="2E2E38"/>
                </a:solidFill>
                <a:latin typeface="+mn-lt"/>
              </a:defRPr>
            </a:lvl1pPr>
          </a:lstStyle>
          <a:p>
            <a:pPr marL="356438" lvl="0" indent="-356438" algn="ctr">
              <a:spcBef>
                <a:spcPts val="0"/>
              </a:spcBef>
              <a:spcAft>
                <a:spcPts val="600"/>
              </a:spcAft>
            </a:pPr>
            <a:r>
              <a:rPr lang="en-US"/>
              <a:t>Name Surname</a:t>
            </a:r>
          </a:p>
        </p:txBody>
      </p:sp>
      <p:sp>
        <p:nvSpPr>
          <p:cNvPr id="6" name="Text Placeholder 6">
            <a:extLst>
              <a:ext uri="{FF2B5EF4-FFF2-40B4-BE49-F238E27FC236}">
                <a16:creationId xmlns="" xmlns:a16="http://schemas.microsoft.com/office/drawing/2014/main" id="{8E04541C-CC5D-4455-8271-73223AE0A881}"/>
              </a:ext>
            </a:extLst>
          </p:cNvPr>
          <p:cNvSpPr>
            <a:spLocks noGrp="1"/>
          </p:cNvSpPr>
          <p:nvPr>
            <p:ph type="body" sz="quarter" idx="12" hasCustomPrompt="1"/>
          </p:nvPr>
        </p:nvSpPr>
        <p:spPr>
          <a:xfrm>
            <a:off x="3451378" y="5818717"/>
            <a:ext cx="5289245" cy="316838"/>
          </a:xfrm>
          <a:prstGeom prst="rect">
            <a:avLst/>
          </a:prstGeom>
        </p:spPr>
        <p:txBody>
          <a:bodyPr vert="horz" lIns="0" tIns="0" rIns="0" bIns="0" rtlCol="0" anchor="t" anchorCtr="0">
            <a:noAutofit/>
          </a:bodyPr>
          <a:lstStyle>
            <a:lvl1pPr marL="0" indent="0" algn="ctr">
              <a:buNone/>
              <a:defRPr lang="en-US" sz="1599" dirty="0" smtClean="0">
                <a:solidFill>
                  <a:srgbClr val="2E2E38"/>
                </a:solidFill>
                <a:latin typeface="+mn-lt"/>
              </a:defRPr>
            </a:lvl1pPr>
          </a:lstStyle>
          <a:p>
            <a:pPr marL="356438" lvl="0" indent="-356438" algn="ctr">
              <a:spcBef>
                <a:spcPts val="0"/>
              </a:spcBef>
              <a:spcAft>
                <a:spcPts val="600"/>
              </a:spcAft>
            </a:pPr>
            <a:r>
              <a:rPr lang="en-US"/>
              <a:t>Job Title</a:t>
            </a:r>
          </a:p>
        </p:txBody>
      </p:sp>
      <p:sp>
        <p:nvSpPr>
          <p:cNvPr id="9" name="Text Placeholder 11">
            <a:extLst>
              <a:ext uri="{FF2B5EF4-FFF2-40B4-BE49-F238E27FC236}">
                <a16:creationId xmlns="" xmlns:a16="http://schemas.microsoft.com/office/drawing/2014/main" id="{FBD672D3-B116-471A-8511-D80D5D920D93}"/>
              </a:ext>
            </a:extLst>
          </p:cNvPr>
          <p:cNvSpPr txBox="1">
            <a:spLocks/>
          </p:cNvSpPr>
          <p:nvPr userDrawn="1"/>
        </p:nvSpPr>
        <p:spPr>
          <a:xfrm>
            <a:off x="4927415" y="979788"/>
            <a:ext cx="2337171" cy="882687"/>
          </a:xfrm>
          <a:prstGeom prst="rect">
            <a:avLst/>
          </a:prstGeom>
        </p:spPr>
        <p:txBody>
          <a:bodyPr lIns="0" tIns="0" rIns="0" bIns="0">
            <a:noAutofit/>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1194">
                <a:solidFill>
                  <a:schemeClr val="tx2"/>
                </a:solidFill>
                <a:latin typeface="Georgia" panose="02040502050405020303" pitchFamily="18" charset="0"/>
              </a:rPr>
              <a:t>“ </a:t>
            </a:r>
          </a:p>
        </p:txBody>
      </p:sp>
    </p:spTree>
    <p:extLst>
      <p:ext uri="{BB962C8B-B14F-4D97-AF65-F5344CB8AC3E}">
        <p14:creationId xmlns:p14="http://schemas.microsoft.com/office/powerpoint/2010/main" val="24103085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Standard slide_no bullets">
    <p:spTree>
      <p:nvGrpSpPr>
        <p:cNvPr id="1" name=""/>
        <p:cNvGrpSpPr/>
        <p:nvPr/>
      </p:nvGrpSpPr>
      <p:grpSpPr>
        <a:xfrm>
          <a:off x="0" y="0"/>
          <a:ext cx="0" cy="0"/>
          <a:chOff x="0" y="0"/>
          <a:chExt cx="0" cy="0"/>
        </a:xfrm>
      </p:grpSpPr>
      <p:sp>
        <p:nvSpPr>
          <p:cNvPr id="15" name="Picture Placeholder 14">
            <a:extLst>
              <a:ext uri="{FF2B5EF4-FFF2-40B4-BE49-F238E27FC236}">
                <a16:creationId xmlns="" xmlns:a16="http://schemas.microsoft.com/office/drawing/2014/main" id="{628F8CDB-776D-4811-AE2C-217236ECDECA}"/>
              </a:ext>
            </a:extLst>
          </p:cNvPr>
          <p:cNvSpPr>
            <a:spLocks noGrp="1"/>
          </p:cNvSpPr>
          <p:nvPr>
            <p:ph type="pic" sz="quarter" idx="12"/>
          </p:nvPr>
        </p:nvSpPr>
        <p:spPr>
          <a:xfrm>
            <a:off x="6223938" y="0"/>
            <a:ext cx="5968062" cy="6858000"/>
          </a:xfrm>
          <a:prstGeom prst="rect">
            <a:avLst/>
          </a:prstGeom>
        </p:spPr>
        <p:txBody>
          <a:bodyPr/>
          <a:lstStyle/>
          <a:p>
            <a:endParaRPr lang="en-IN"/>
          </a:p>
        </p:txBody>
      </p:sp>
      <p:sp>
        <p:nvSpPr>
          <p:cNvPr id="5" name="Text Placeholder 4">
            <a:extLst>
              <a:ext uri="{FF2B5EF4-FFF2-40B4-BE49-F238E27FC236}">
                <a16:creationId xmlns="" xmlns:a16="http://schemas.microsoft.com/office/drawing/2014/main" id="{626E96BA-E9E4-496B-8CA5-6DA27B8AD7E4}"/>
              </a:ext>
            </a:extLst>
          </p:cNvPr>
          <p:cNvSpPr>
            <a:spLocks noGrp="1"/>
          </p:cNvSpPr>
          <p:nvPr>
            <p:ph type="body" sz="quarter" idx="10" hasCustomPrompt="1"/>
          </p:nvPr>
        </p:nvSpPr>
        <p:spPr>
          <a:xfrm>
            <a:off x="616900" y="2578743"/>
            <a:ext cx="4535597" cy="1055708"/>
          </a:xfrm>
          <a:prstGeom prst="rect">
            <a:avLst/>
          </a:prstGeom>
        </p:spPr>
        <p:txBody>
          <a:bodyPr/>
          <a:lstStyle>
            <a:lvl1pPr marL="0" indent="0">
              <a:buNone/>
              <a:defRPr sz="2999"/>
            </a:lvl1pPr>
          </a:lstStyle>
          <a:p>
            <a:pPr lvl="0"/>
            <a:r>
              <a:rPr lang="en-IN"/>
              <a:t>Chapter Title</a:t>
            </a:r>
          </a:p>
          <a:p>
            <a:pPr lvl="0"/>
            <a:r>
              <a:rPr lang="en-IN"/>
              <a:t>EY Interstate Light</a:t>
            </a:r>
          </a:p>
        </p:txBody>
      </p:sp>
      <p:sp>
        <p:nvSpPr>
          <p:cNvPr id="14" name="Text Placeholder 4">
            <a:extLst>
              <a:ext uri="{FF2B5EF4-FFF2-40B4-BE49-F238E27FC236}">
                <a16:creationId xmlns="" xmlns:a16="http://schemas.microsoft.com/office/drawing/2014/main" id="{1173C8A3-BA2F-497B-A214-45B02D73AF20}"/>
              </a:ext>
            </a:extLst>
          </p:cNvPr>
          <p:cNvSpPr>
            <a:spLocks noGrp="1"/>
          </p:cNvSpPr>
          <p:nvPr>
            <p:ph type="body" sz="quarter" idx="11" hasCustomPrompt="1"/>
          </p:nvPr>
        </p:nvSpPr>
        <p:spPr>
          <a:xfrm>
            <a:off x="616900" y="3840384"/>
            <a:ext cx="4535597" cy="1055708"/>
          </a:xfrm>
          <a:prstGeom prst="rect">
            <a:avLst/>
          </a:prstGeom>
        </p:spPr>
        <p:txBody>
          <a:bodyPr/>
          <a:lstStyle>
            <a:lvl1pPr marL="0" indent="0">
              <a:buNone/>
              <a:defRPr sz="1599"/>
            </a:lvl1pPr>
          </a:lstStyle>
          <a:p>
            <a:pPr lvl="0"/>
            <a:r>
              <a:rPr lang="en-IN"/>
              <a:t>text</a:t>
            </a:r>
          </a:p>
        </p:txBody>
      </p:sp>
    </p:spTree>
    <p:extLst>
      <p:ext uri="{BB962C8B-B14F-4D97-AF65-F5344CB8AC3E}">
        <p14:creationId xmlns:p14="http://schemas.microsoft.com/office/powerpoint/2010/main" val="1308566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5" name="Table Placeholder 4">
            <a:extLst>
              <a:ext uri="{FF2B5EF4-FFF2-40B4-BE49-F238E27FC236}">
                <a16:creationId xmlns="" xmlns:a16="http://schemas.microsoft.com/office/drawing/2014/main" id="{95A2BE92-ABF7-4A82-BC35-00F28F500FED}"/>
              </a:ext>
            </a:extLst>
          </p:cNvPr>
          <p:cNvSpPr>
            <a:spLocks noGrp="1"/>
          </p:cNvSpPr>
          <p:nvPr>
            <p:ph type="tbl" sz="quarter" idx="10"/>
          </p:nvPr>
        </p:nvSpPr>
        <p:spPr>
          <a:xfrm>
            <a:off x="609600" y="1137921"/>
            <a:ext cx="4954924" cy="4267457"/>
          </a:xfrm>
          <a:prstGeom prst="rect">
            <a:avLst/>
          </a:prstGeom>
        </p:spPr>
        <p:txBody>
          <a:bodyPr/>
          <a:lstStyle/>
          <a:p>
            <a:endParaRPr lang="en-IN"/>
          </a:p>
        </p:txBody>
      </p:sp>
      <p:sp>
        <p:nvSpPr>
          <p:cNvPr id="10" name="Text Placeholder 16">
            <a:extLst>
              <a:ext uri="{FF2B5EF4-FFF2-40B4-BE49-F238E27FC236}">
                <a16:creationId xmlns="" xmlns:a16="http://schemas.microsoft.com/office/drawing/2014/main" id="{DA81FCAA-64D2-4A9C-B16E-9C4E3BB431BB}"/>
              </a:ext>
            </a:extLst>
          </p:cNvPr>
          <p:cNvSpPr>
            <a:spLocks noGrp="1"/>
          </p:cNvSpPr>
          <p:nvPr>
            <p:ph type="body" sz="quarter" idx="14" hasCustomPrompt="1"/>
          </p:nvPr>
        </p:nvSpPr>
        <p:spPr>
          <a:xfrm>
            <a:off x="7129748" y="3813288"/>
            <a:ext cx="3087667" cy="180000"/>
          </a:xfrm>
          <a:prstGeom prst="rect">
            <a:avLst/>
          </a:prstGeom>
        </p:spPr>
        <p:txBody>
          <a:bodyPr/>
          <a:lstStyle>
            <a:lvl1pPr marL="0" indent="0">
              <a:buNone/>
              <a:defRPr sz="1199">
                <a:solidFill>
                  <a:schemeClr val="bg1"/>
                </a:solidFill>
              </a:defRPr>
            </a:lvl1pPr>
          </a:lstStyle>
          <a:p>
            <a:pPr lvl="0"/>
            <a:r>
              <a:rPr lang="en-US"/>
              <a:t>Name Surname</a:t>
            </a:r>
            <a:endParaRPr lang="en-GB"/>
          </a:p>
        </p:txBody>
      </p:sp>
      <p:sp>
        <p:nvSpPr>
          <p:cNvPr id="11" name="Text Placeholder 16">
            <a:extLst>
              <a:ext uri="{FF2B5EF4-FFF2-40B4-BE49-F238E27FC236}">
                <a16:creationId xmlns="" xmlns:a16="http://schemas.microsoft.com/office/drawing/2014/main" id="{03CDC117-35F2-47B2-85B2-29CB8EE7E096}"/>
              </a:ext>
            </a:extLst>
          </p:cNvPr>
          <p:cNvSpPr>
            <a:spLocks noGrp="1"/>
          </p:cNvSpPr>
          <p:nvPr>
            <p:ph type="body" sz="quarter" idx="15" hasCustomPrompt="1"/>
          </p:nvPr>
        </p:nvSpPr>
        <p:spPr>
          <a:xfrm>
            <a:off x="7129748" y="4055931"/>
            <a:ext cx="3087667" cy="180000"/>
          </a:xfrm>
          <a:prstGeom prst="rect">
            <a:avLst/>
          </a:prstGeom>
        </p:spPr>
        <p:txBody>
          <a:bodyPr/>
          <a:lstStyle>
            <a:lvl1pPr marL="0" indent="0">
              <a:buNone/>
              <a:defRPr sz="1199">
                <a:solidFill>
                  <a:schemeClr val="bg1"/>
                </a:solidFill>
              </a:defRPr>
            </a:lvl1pPr>
          </a:lstStyle>
          <a:p>
            <a:pPr lvl="0"/>
            <a:r>
              <a:rPr lang="en-US"/>
              <a:t>Job Title to go here</a:t>
            </a:r>
            <a:endParaRPr lang="en-GB"/>
          </a:p>
        </p:txBody>
      </p:sp>
      <p:sp>
        <p:nvSpPr>
          <p:cNvPr id="14" name="Picture Placeholder 19">
            <a:extLst>
              <a:ext uri="{FF2B5EF4-FFF2-40B4-BE49-F238E27FC236}">
                <a16:creationId xmlns=""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a:p>
        </p:txBody>
      </p:sp>
      <p:sp>
        <p:nvSpPr>
          <p:cNvPr id="9" name="Text Placeholder 8">
            <a:extLst>
              <a:ext uri="{FF2B5EF4-FFF2-40B4-BE49-F238E27FC236}">
                <a16:creationId xmlns="" xmlns:a16="http://schemas.microsoft.com/office/drawing/2014/main" id="{5DB83DAE-9FEB-4E9C-85BA-A34BD239275A}"/>
              </a:ext>
            </a:extLst>
          </p:cNvPr>
          <p:cNvSpPr>
            <a:spLocks noGrp="1"/>
          </p:cNvSpPr>
          <p:nvPr>
            <p:ph type="body" sz="quarter" idx="17" hasCustomPrompt="1"/>
          </p:nvPr>
        </p:nvSpPr>
        <p:spPr>
          <a:xfrm>
            <a:off x="6119821" y="1137921"/>
            <a:ext cx="5462580" cy="373807"/>
          </a:xfrm>
          <a:prstGeom prst="rect">
            <a:avLst/>
          </a:prstGeom>
        </p:spPr>
        <p:txBody>
          <a:bodyPr/>
          <a:lstStyle>
            <a:lvl1pPr marL="0" indent="0">
              <a:buNone/>
              <a:defRPr/>
            </a:lvl1pPr>
          </a:lstStyle>
          <a:p>
            <a:pPr lvl="0"/>
            <a:r>
              <a:rPr lang="en-US"/>
              <a:t>Key Takeaways</a:t>
            </a:r>
          </a:p>
        </p:txBody>
      </p:sp>
      <p:sp>
        <p:nvSpPr>
          <p:cNvPr id="15" name="Text Placeholder 8">
            <a:extLst>
              <a:ext uri="{FF2B5EF4-FFF2-40B4-BE49-F238E27FC236}">
                <a16:creationId xmlns="" xmlns:a16="http://schemas.microsoft.com/office/drawing/2014/main" id="{C1ABE303-7041-4312-AD03-0E872AEF99BE}"/>
              </a:ext>
            </a:extLst>
          </p:cNvPr>
          <p:cNvSpPr>
            <a:spLocks noGrp="1"/>
          </p:cNvSpPr>
          <p:nvPr>
            <p:ph type="body" sz="quarter" idx="18" hasCustomPrompt="1"/>
          </p:nvPr>
        </p:nvSpPr>
        <p:spPr>
          <a:xfrm>
            <a:off x="6119821" y="1635009"/>
            <a:ext cx="5462580" cy="1611554"/>
          </a:xfrm>
          <a:prstGeom prst="rect">
            <a:avLst/>
          </a:prstGeom>
        </p:spPr>
        <p:txBody>
          <a:bodyPr/>
          <a:lstStyle>
            <a:lvl1pPr marL="0" indent="0">
              <a:buNone/>
              <a:defRPr sz="1599"/>
            </a:lvl1pPr>
          </a:lstStyle>
          <a:p>
            <a:pPr lvl="0"/>
            <a:r>
              <a:rPr lang="en-US"/>
              <a:t>Content EY Interstate Light, 16pt, Lorem ipsum dolor, 12pt, </a:t>
            </a:r>
            <a:r>
              <a:rPr lang="en-US" err="1"/>
              <a:t>Utinam</a:t>
            </a:r>
            <a:r>
              <a:rPr lang="en-US"/>
              <a:t> </a:t>
            </a:r>
            <a:r>
              <a:rPr lang="en-US" err="1"/>
              <a:t>nonumy</a:t>
            </a:r>
            <a:r>
              <a:rPr lang="en-US"/>
              <a:t> </a:t>
            </a:r>
            <a:r>
              <a:rPr lang="en-US" err="1"/>
              <a:t>abhorreant</a:t>
            </a:r>
            <a:r>
              <a:rPr lang="en-US"/>
              <a:t> </a:t>
            </a:r>
            <a:r>
              <a:rPr lang="en-US" err="1"/>
              <a:t>sead</a:t>
            </a:r>
            <a:r>
              <a:rPr lang="en-US"/>
              <a:t>. </a:t>
            </a:r>
            <a:r>
              <a:rPr lang="en-US" err="1"/>
              <a:t>Putant</a:t>
            </a:r>
            <a:r>
              <a:rPr lang="en-US"/>
              <a:t> </a:t>
            </a:r>
            <a:r>
              <a:rPr lang="en-US" err="1"/>
              <a:t>probatus</a:t>
            </a:r>
            <a:r>
              <a:rPr lang="en-US"/>
              <a:t> id vis, ad his </a:t>
            </a:r>
            <a:r>
              <a:rPr lang="en-US" err="1"/>
              <a:t>meis</a:t>
            </a:r>
            <a:r>
              <a:rPr lang="en-US"/>
              <a:t> </a:t>
            </a:r>
            <a:r>
              <a:rPr lang="en-US" err="1"/>
              <a:t>habemus</a:t>
            </a:r>
            <a:r>
              <a:rPr lang="en-US"/>
              <a:t> </a:t>
            </a:r>
            <a:r>
              <a:rPr lang="en-US" err="1"/>
              <a:t>repudiare</a:t>
            </a:r>
            <a:r>
              <a:rPr lang="en-US"/>
              <a:t>, has an </a:t>
            </a:r>
            <a:r>
              <a:rPr lang="en-US" err="1"/>
              <a:t>pericula</a:t>
            </a:r>
            <a:r>
              <a:rPr lang="en-US"/>
              <a:t> </a:t>
            </a:r>
            <a:r>
              <a:rPr lang="en-US" err="1"/>
              <a:t>tractatos</a:t>
            </a:r>
            <a:r>
              <a:rPr lang="en-US"/>
              <a:t>. </a:t>
            </a:r>
            <a:r>
              <a:rPr lang="en-US" err="1"/>
              <a:t>Nec</a:t>
            </a:r>
            <a:r>
              <a:rPr lang="en-US"/>
              <a:t> </a:t>
            </a:r>
            <a:r>
              <a:rPr lang="en-US" err="1"/>
              <a:t>debitis</a:t>
            </a:r>
            <a:r>
              <a:rPr lang="en-US"/>
              <a:t> </a:t>
            </a:r>
            <a:r>
              <a:rPr lang="en-US" err="1"/>
              <a:t>dissentias</a:t>
            </a:r>
            <a:r>
              <a:rPr lang="en-US"/>
              <a:t> ad. </a:t>
            </a:r>
            <a:r>
              <a:rPr lang="en-US" err="1"/>
              <a:t>Patrioque</a:t>
            </a:r>
            <a:r>
              <a:rPr lang="en-US"/>
              <a:t> </a:t>
            </a:r>
            <a:r>
              <a:rPr lang="en-US" err="1"/>
              <a:t>voluptatum</a:t>
            </a:r>
            <a:r>
              <a:rPr lang="en-US"/>
              <a:t> </a:t>
            </a:r>
            <a:r>
              <a:rPr lang="en-US" err="1"/>
              <a:t>sed</a:t>
            </a:r>
            <a:r>
              <a:rPr lang="en-US"/>
              <a:t> ex, id </a:t>
            </a:r>
            <a:r>
              <a:rPr lang="en-US" err="1"/>
              <a:t>admodum</a:t>
            </a:r>
            <a:r>
              <a:rPr lang="en-US"/>
              <a:t>.</a:t>
            </a:r>
          </a:p>
          <a:p>
            <a:pPr lvl="0"/>
            <a:endParaRPr lang="en-US"/>
          </a:p>
        </p:txBody>
      </p:sp>
      <p:sp>
        <p:nvSpPr>
          <p:cNvPr id="20" name="Line 10">
            <a:extLst>
              <a:ext uri="{FF2B5EF4-FFF2-40B4-BE49-F238E27FC236}">
                <a16:creationId xmlns="" xmlns:a16="http://schemas.microsoft.com/office/drawing/2014/main" id="{B69EB865-6B86-419B-923C-F7DDC68C9C66}"/>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990984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tandard slide_Quotes">
    <p:spTree>
      <p:nvGrpSpPr>
        <p:cNvPr id="1" name=""/>
        <p:cNvGrpSpPr/>
        <p:nvPr/>
      </p:nvGrpSpPr>
      <p:grpSpPr>
        <a:xfrm>
          <a:off x="0" y="0"/>
          <a:ext cx="0" cy="0"/>
          <a:chOff x="0" y="0"/>
          <a:chExt cx="0" cy="0"/>
        </a:xfrm>
      </p:grpSpPr>
      <p:sp>
        <p:nvSpPr>
          <p:cNvPr id="3" name="Picture Placeholder 2">
            <a:extLst>
              <a:ext uri="{FF2B5EF4-FFF2-40B4-BE49-F238E27FC236}">
                <a16:creationId xmlns="" xmlns:a16="http://schemas.microsoft.com/office/drawing/2014/main" id="{70507BA1-EA97-432B-8AAE-BE8FEE624583}"/>
              </a:ext>
            </a:extLst>
          </p:cNvPr>
          <p:cNvSpPr>
            <a:spLocks noGrp="1"/>
          </p:cNvSpPr>
          <p:nvPr>
            <p:ph type="pic" sz="quarter" idx="10"/>
          </p:nvPr>
        </p:nvSpPr>
        <p:spPr>
          <a:xfrm>
            <a:off x="0" y="0"/>
            <a:ext cx="12192000" cy="6858000"/>
          </a:xfrm>
          <a:prstGeom prst="rect">
            <a:avLst/>
          </a:prstGeom>
          <a:ln>
            <a:noFill/>
          </a:ln>
        </p:spPr>
        <p:txBody>
          <a:bodyPr/>
          <a:lstStyle>
            <a:lvl1pPr marL="0" indent="0" algn="ctr">
              <a:buNone/>
              <a:defRPr/>
            </a:lvl1pPr>
          </a:lstStyle>
          <a:p>
            <a:endParaRPr lang="en-IN"/>
          </a:p>
        </p:txBody>
      </p:sp>
    </p:spTree>
    <p:extLst>
      <p:ext uri="{BB962C8B-B14F-4D97-AF65-F5344CB8AC3E}">
        <p14:creationId xmlns:p14="http://schemas.microsoft.com/office/powerpoint/2010/main" val="5544986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1" y="1137920"/>
            <a:ext cx="8234455" cy="4834800"/>
          </a:xfrm>
          <a:prstGeom prst="rect">
            <a:avLst/>
          </a:prstGeom>
        </p:spPr>
        <p:txBody>
          <a:bodyPr/>
          <a:lstStyle>
            <a:lvl1pPr marL="0" indent="0">
              <a:buNone/>
              <a:defRPr>
                <a:solidFill>
                  <a:schemeClr val="bg1"/>
                </a:solidFill>
              </a:defRPr>
            </a:lvl1pPr>
            <a:lvl2pPr marL="356438">
              <a:defRPr>
                <a:solidFill>
                  <a:schemeClr val="bg1"/>
                </a:solidFill>
              </a:defRPr>
            </a:lvl2pPr>
            <a:lvl3pPr marL="712875">
              <a:defRPr>
                <a:solidFill>
                  <a:schemeClr val="bg1"/>
                </a:solidFill>
              </a:defRPr>
            </a:lvl3pPr>
            <a:lvl4pPr marL="1069313">
              <a:defRPr>
                <a:solidFill>
                  <a:schemeClr val="bg1"/>
                </a:solidFill>
              </a:defRPr>
            </a:lvl4pPr>
            <a:lvl5pPr marL="1425751">
              <a:defRPr sz="11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Line 10">
            <a:extLst>
              <a:ext uri="{FF2B5EF4-FFF2-40B4-BE49-F238E27FC236}">
                <a16:creationId xmlns="" xmlns:a16="http://schemas.microsoft.com/office/drawing/2014/main" id="{8D4CA674-C969-4C5C-9EA4-6D41FE961DE2}"/>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7626506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endParaRPr lang="en-GB"/>
          </a:p>
        </p:txBody>
      </p:sp>
      <p:sp>
        <p:nvSpPr>
          <p:cNvPr id="6" name="Line 10">
            <a:extLst>
              <a:ext uri="{FF2B5EF4-FFF2-40B4-BE49-F238E27FC236}">
                <a16:creationId xmlns="" xmlns:a16="http://schemas.microsoft.com/office/drawing/2014/main" id="{97A26880-8DD7-4A78-ADAF-91ED2E744A7C}"/>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14678903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sz="half" idx="1"/>
          </p:nvPr>
        </p:nvSpPr>
        <p:spPr>
          <a:xfrm>
            <a:off x="609601" y="1137919"/>
            <a:ext cx="5384800" cy="4834800"/>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1" y="1137919"/>
            <a:ext cx="5384800" cy="4834800"/>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Line 10">
            <a:extLst>
              <a:ext uri="{FF2B5EF4-FFF2-40B4-BE49-F238E27FC236}">
                <a16:creationId xmlns="" xmlns:a16="http://schemas.microsoft.com/office/drawing/2014/main" id="{9B070B28-7AAC-47E5-9EB5-96B8B8B88057}"/>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8642576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2329" y="1869441"/>
            <a:ext cx="5390400" cy="4256075"/>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6405" y="1869441"/>
            <a:ext cx="5390400" cy="4256075"/>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p:cNvSpPr>
            <a:spLocks noGrp="1"/>
          </p:cNvSpPr>
          <p:nvPr>
            <p:ph type="body" sz="quarter" idx="12"/>
          </p:nvPr>
        </p:nvSpPr>
        <p:spPr>
          <a:xfrm>
            <a:off x="609601" y="1137920"/>
            <a:ext cx="5390400" cy="640800"/>
          </a:xfrm>
          <a:prstGeom prst="rect">
            <a:avLst/>
          </a:prstGeom>
        </p:spPr>
        <p:txBody>
          <a:bodyPr anchor="t" anchorCtr="0"/>
          <a:lstStyle>
            <a:lvl1pPr>
              <a:buNone/>
              <a:defRPr b="1">
                <a:solidFill>
                  <a:schemeClr val="bg1"/>
                </a:solidFill>
              </a:defRPr>
            </a:lvl1pPr>
          </a:lstStyle>
          <a:p>
            <a:pPr lvl="0"/>
            <a:endParaRPr lang="en-GB"/>
          </a:p>
        </p:txBody>
      </p:sp>
      <p:sp>
        <p:nvSpPr>
          <p:cNvPr id="11" name="Text Placeholder 9"/>
          <p:cNvSpPr>
            <a:spLocks noGrp="1"/>
          </p:cNvSpPr>
          <p:nvPr>
            <p:ph type="body" sz="quarter" idx="13"/>
          </p:nvPr>
        </p:nvSpPr>
        <p:spPr>
          <a:xfrm>
            <a:off x="6196405" y="1137920"/>
            <a:ext cx="5390400" cy="640800"/>
          </a:xfrm>
          <a:prstGeom prst="rect">
            <a:avLst/>
          </a:prstGeom>
        </p:spPr>
        <p:txBody>
          <a:bodyPr anchor="t" anchorCtr="0"/>
          <a:lstStyle>
            <a:lvl1pPr>
              <a:buNone/>
              <a:defRPr b="1">
                <a:solidFill>
                  <a:schemeClr val="bg1"/>
                </a:solidFill>
              </a:defRPr>
            </a:lvl1pPr>
          </a:lstStyle>
          <a:p>
            <a:pPr lvl="0"/>
            <a:endParaRPr lang="en-GB"/>
          </a:p>
        </p:txBody>
      </p:sp>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p>
        </p:txBody>
      </p:sp>
      <p:sp>
        <p:nvSpPr>
          <p:cNvPr id="14" name="Line 10">
            <a:extLst>
              <a:ext uri="{FF2B5EF4-FFF2-40B4-BE49-F238E27FC236}">
                <a16:creationId xmlns="" xmlns:a16="http://schemas.microsoft.com/office/drawing/2014/main" id="{9773E7D9-2434-4381-A00D-27B62C086733}"/>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23357095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102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cused data">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11506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0937503"/>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Tree>
    <p:extLst>
      <p:ext uri="{BB962C8B-B14F-4D97-AF65-F5344CB8AC3E}">
        <p14:creationId xmlns:p14="http://schemas.microsoft.com/office/powerpoint/2010/main" val="432313835"/>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11243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sp>
        <p:nvSpPr>
          <p:cNvPr id="3" name="Media Placeholder 2">
            <a:extLst>
              <a:ext uri="{FF2B5EF4-FFF2-40B4-BE49-F238E27FC236}">
                <a16:creationId xmlns="" xmlns:a16="http://schemas.microsoft.com/office/drawing/2014/main" id="{0052CFA6-7CF5-41BD-9D94-2D0DAE108428}"/>
              </a:ext>
            </a:extLst>
          </p:cNvPr>
          <p:cNvSpPr>
            <a:spLocks noGrp="1"/>
          </p:cNvSpPr>
          <p:nvPr>
            <p:ph type="media" sz="quarter" idx="10" hasCustomPrompt="1"/>
          </p:nvPr>
        </p:nvSpPr>
        <p:spPr>
          <a:xfrm>
            <a:off x="0" y="0"/>
            <a:ext cx="12192000" cy="6858000"/>
          </a:xfrm>
          <a:prstGeom prst="rect">
            <a:avLst/>
          </a:prstGeom>
        </p:spPr>
        <p:txBody>
          <a:bodyPr anchor="ctr"/>
          <a:lstStyle>
            <a:lvl1pPr marL="0" indent="0" algn="ctr">
              <a:buNone/>
              <a:defRPr/>
            </a:lvl1pPr>
          </a:lstStyle>
          <a:p>
            <a:r>
              <a:rPr lang="en-IN"/>
              <a:t>Video</a:t>
            </a:r>
          </a:p>
        </p:txBody>
      </p:sp>
    </p:spTree>
    <p:extLst>
      <p:ext uri="{BB962C8B-B14F-4D97-AF65-F5344CB8AC3E}">
        <p14:creationId xmlns:p14="http://schemas.microsoft.com/office/powerpoint/2010/main" val="26352293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483" y="719139"/>
            <a:ext cx="4675200" cy="5210062"/>
          </a:xfrm>
          <a:prstGeom prst="rect">
            <a:avLst/>
          </a:prstGeo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EYInterstate Light" panose="02000506000000020004" pitchFamily="2"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822907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86919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7" name="Line 10"/>
          <p:cNvSpPr>
            <a:spLocks noChangeShapeType="1"/>
          </p:cNvSpPr>
          <p:nvPr userDrawn="1"/>
        </p:nvSpPr>
        <p:spPr bwMode="auto">
          <a:xfrm>
            <a:off x="609601" y="1044000"/>
            <a:ext cx="109728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latin typeface="+mn-lt"/>
              <a:cs typeface="Arial" pitchFamily="34" charset="0"/>
            </a:endParaRPr>
          </a:p>
        </p:txBody>
      </p:sp>
      <p:sp>
        <p:nvSpPr>
          <p:cNvPr id="6" name="Title 5"/>
          <p:cNvSpPr>
            <a:spLocks noGrp="1"/>
          </p:cNvSpPr>
          <p:nvPr>
            <p:ph type="title"/>
          </p:nvPr>
        </p:nvSpPr>
        <p:spPr>
          <a:xfrm>
            <a:off x="0" y="2076699"/>
            <a:ext cx="10977034" cy="8604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549025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Cover alternate">
    <p:spTree>
      <p:nvGrpSpPr>
        <p:cNvPr id="1" name=""/>
        <p:cNvGrpSpPr/>
        <p:nvPr/>
      </p:nvGrpSpPr>
      <p:grpSpPr>
        <a:xfrm>
          <a:off x="0" y="0"/>
          <a:ext cx="0" cy="0"/>
          <a:chOff x="0" y="0"/>
          <a:chExt cx="0" cy="0"/>
        </a:xfrm>
      </p:grpSpPr>
      <p:sp>
        <p:nvSpPr>
          <p:cNvPr id="8" name="Freeform 5"/>
          <p:cNvSpPr>
            <a:spLocks noChangeAspect="1"/>
          </p:cNvSpPr>
          <p:nvPr userDrawn="1"/>
        </p:nvSpPr>
        <p:spPr bwMode="gray">
          <a:xfrm rot="10800000">
            <a:off x="609283" y="457200"/>
            <a:ext cx="4255152" cy="2694473"/>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chemeClr val="tx2"/>
          </a:solidFill>
          <a:ln w="9525">
            <a:noFill/>
            <a:round/>
            <a:headEnd/>
            <a:tailEnd/>
          </a:ln>
        </p:spPr>
        <p:txBody>
          <a:bodyPr vert="horz" wrap="square" lIns="91392" tIns="45696" rIns="91392" bIns="45696" numCol="1" anchor="t" anchorCtr="0" compatLnSpc="1">
            <a:prstTxWarp prst="textNoShape">
              <a:avLst/>
            </a:prstTxWarp>
          </a:bodyPr>
          <a:lstStyle/>
          <a:p>
            <a:endParaRPr lang="en-GB" sz="1799"/>
          </a:p>
        </p:txBody>
      </p:sp>
      <p:sp>
        <p:nvSpPr>
          <p:cNvPr id="9" name="Title 1"/>
          <p:cNvSpPr>
            <a:spLocks noGrp="1"/>
          </p:cNvSpPr>
          <p:nvPr>
            <p:ph type="ctrTitle"/>
          </p:nvPr>
        </p:nvSpPr>
        <p:spPr>
          <a:xfrm>
            <a:off x="845136" y="1235056"/>
            <a:ext cx="3203645" cy="534921"/>
          </a:xfrm>
        </p:spPr>
        <p:txBody>
          <a:bodyPr/>
          <a:lstStyle>
            <a:lvl1pPr>
              <a:defRPr>
                <a:solidFill>
                  <a:srgbClr val="404040"/>
                </a:solidFill>
                <a:latin typeface="+mn-lt"/>
                <a:cs typeface="Arial" pitchFamily="34" charset="0"/>
              </a:defRPr>
            </a:lvl1pPr>
          </a:lstStyle>
          <a:p>
            <a:r>
              <a:rPr lang="en-US"/>
              <a:t>Click to edit Master title style</a:t>
            </a:r>
            <a:endParaRPr lang="en-GB"/>
          </a:p>
        </p:txBody>
      </p:sp>
      <p:sp>
        <p:nvSpPr>
          <p:cNvPr id="10" name="Subtitle 2"/>
          <p:cNvSpPr>
            <a:spLocks noGrp="1"/>
          </p:cNvSpPr>
          <p:nvPr>
            <p:ph type="subTitle" idx="1"/>
          </p:nvPr>
        </p:nvSpPr>
        <p:spPr>
          <a:xfrm>
            <a:off x="845136" y="2242676"/>
            <a:ext cx="3203645" cy="401466"/>
          </a:xfrm>
        </p:spPr>
        <p:txBody>
          <a:bodyPr/>
          <a:lstStyle>
            <a:lvl1pPr marL="0" indent="0" algn="l">
              <a:buNone/>
              <a:defRPr sz="1999">
                <a:solidFill>
                  <a:srgbClr val="404040"/>
                </a:solidFill>
                <a:latin typeface="+mn-lt"/>
                <a:cs typeface="Arial" pitchFamily="34" charset="0"/>
              </a:defRPr>
            </a:lvl1pPr>
            <a:lvl2pPr marL="0" indent="0" algn="l">
              <a:buNone/>
              <a:defRPr sz="1599">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13" name="Group 4">
            <a:extLst>
              <a:ext uri="{FF2B5EF4-FFF2-40B4-BE49-F238E27FC236}">
                <a16:creationId xmlns="" xmlns:a16="http://schemas.microsoft.com/office/drawing/2014/main" id="{18E9E051-BDE2-44EF-88FF-F379B291A8AD}"/>
              </a:ext>
            </a:extLst>
          </p:cNvPr>
          <p:cNvGrpSpPr>
            <a:grpSpLocks noChangeAspect="1"/>
          </p:cNvGrpSpPr>
          <p:nvPr userDrawn="1"/>
        </p:nvGrpSpPr>
        <p:grpSpPr bwMode="auto">
          <a:xfrm>
            <a:off x="10359392" y="4960938"/>
            <a:ext cx="1224912" cy="1435100"/>
            <a:chOff x="6529" y="3125"/>
            <a:chExt cx="772" cy="904"/>
          </a:xfrm>
        </p:grpSpPr>
        <p:sp>
          <p:nvSpPr>
            <p:cNvPr id="14" name="Freeform 5">
              <a:extLst>
                <a:ext uri="{FF2B5EF4-FFF2-40B4-BE49-F238E27FC236}">
                  <a16:creationId xmlns="" xmlns:a16="http://schemas.microsoft.com/office/drawing/2014/main" id="{CE181BAA-E545-42AF-BC6A-8F6EDA1E9D56}"/>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 name="Freeform 6">
              <a:extLst>
                <a:ext uri="{FF2B5EF4-FFF2-40B4-BE49-F238E27FC236}">
                  <a16:creationId xmlns="" xmlns:a16="http://schemas.microsoft.com/office/drawing/2014/main" id="{52C48BCA-E317-4540-B247-1007157720F9}"/>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42437417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1" y="201600"/>
            <a:ext cx="10972800" cy="419088"/>
          </a:xfrm>
        </p:spPr>
        <p:txBody>
          <a:bodyPr/>
          <a:lstStyle>
            <a:lvl1pPr>
              <a:defRPr>
                <a:solidFill>
                  <a:srgbClr val="646464"/>
                </a:solidFill>
              </a:defRPr>
            </a:lvl1pPr>
          </a:lstStyle>
          <a:p>
            <a:r>
              <a:rPr lang="en-US"/>
              <a:t>Click to edit Master title style</a:t>
            </a:r>
            <a:endParaRPr lang="en-GB"/>
          </a:p>
        </p:txBody>
      </p:sp>
      <p:sp>
        <p:nvSpPr>
          <p:cNvPr id="7" name="Line 10"/>
          <p:cNvSpPr>
            <a:spLocks noChangeShapeType="1"/>
          </p:cNvSpPr>
          <p:nvPr userDrawn="1"/>
        </p:nvSpPr>
        <p:spPr bwMode="auto">
          <a:xfrm>
            <a:off x="609601" y="1044000"/>
            <a:ext cx="109728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a:solidFill>
                <a:srgbClr val="646464"/>
              </a:solidFill>
            </a:endParaRPr>
          </a:p>
        </p:txBody>
      </p:sp>
      <p:sp>
        <p:nvSpPr>
          <p:cNvPr id="10" name="Text Placeholder 10"/>
          <p:cNvSpPr>
            <a:spLocks noGrp="1"/>
          </p:cNvSpPr>
          <p:nvPr>
            <p:ph type="body" sz="quarter" idx="11"/>
          </p:nvPr>
        </p:nvSpPr>
        <p:spPr>
          <a:xfrm>
            <a:off x="609601" y="566087"/>
            <a:ext cx="10972800" cy="442800"/>
          </a:xfrm>
          <a:prstGeom prst="rect">
            <a:avLst/>
          </a:prstGeom>
        </p:spPr>
        <p:txBody>
          <a:bodyPr/>
          <a:lstStyle>
            <a:lvl1pPr marL="0" indent="0">
              <a:buNone/>
              <a:defRPr sz="2199">
                <a:latin typeface="+mj-lt"/>
              </a:defRPr>
            </a:lvl1pPr>
          </a:lstStyle>
          <a:p>
            <a:pPr lvl="0"/>
            <a:r>
              <a:rPr lang="en-US"/>
              <a:t>Click to edit Master</a:t>
            </a:r>
            <a:endParaRPr lang="en-IN"/>
          </a:p>
        </p:txBody>
      </p:sp>
    </p:spTree>
    <p:extLst>
      <p:ext uri="{BB962C8B-B14F-4D97-AF65-F5344CB8AC3E}">
        <p14:creationId xmlns:p14="http://schemas.microsoft.com/office/powerpoint/2010/main" val="3812588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8_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sz="2399">
                <a:solidFill>
                  <a:schemeClr val="bg1"/>
                </a:solidFill>
              </a:defRPr>
            </a:lvl1pPr>
          </a:lstStyle>
          <a:p>
            <a:r>
              <a:rPr lang="en-US"/>
              <a:t>Click to edit Master title style</a:t>
            </a:r>
            <a:endParaRPr lang="en-GB"/>
          </a:p>
        </p:txBody>
      </p:sp>
      <p:sp>
        <p:nvSpPr>
          <p:cNvPr id="12" name="Line 10">
            <a:extLst>
              <a:ext uri="{FF2B5EF4-FFF2-40B4-BE49-F238E27FC236}">
                <a16:creationId xmlns="" xmlns:a16="http://schemas.microsoft.com/office/drawing/2014/main" id="{DA9741B6-D337-4A18-8ECB-FB21A6953E44}"/>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8" name="Text Placeholder 2">
            <a:extLst>
              <a:ext uri="{FF2B5EF4-FFF2-40B4-BE49-F238E27FC236}">
                <a16:creationId xmlns="" xmlns:a16="http://schemas.microsoft.com/office/drawing/2014/main" id="{90356C28-34FC-48BD-943E-82B485EB0C49}"/>
              </a:ext>
            </a:extLst>
          </p:cNvPr>
          <p:cNvSpPr>
            <a:spLocks noGrp="1"/>
          </p:cNvSpPr>
          <p:nvPr>
            <p:ph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301032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Standard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294200"/>
            <a:ext cx="10972800" cy="590400"/>
          </a:xfrm>
        </p:spPr>
        <p:txBody>
          <a:bodyPr/>
          <a:lstStyle>
            <a:lvl1pPr>
              <a:defRPr sz="2399">
                <a:solidFill>
                  <a:schemeClr val="bg1"/>
                </a:solidFill>
              </a:defRPr>
            </a:lvl1pPr>
          </a:lstStyle>
          <a:p>
            <a:r>
              <a:rPr lang="en-US"/>
              <a:t>Standard slide</a:t>
            </a:r>
            <a:endParaRPr lang="en-GB"/>
          </a:p>
        </p:txBody>
      </p:sp>
      <p:sp>
        <p:nvSpPr>
          <p:cNvPr id="80" name="Line 10">
            <a:extLst>
              <a:ext uri="{FF2B5EF4-FFF2-40B4-BE49-F238E27FC236}">
                <a16:creationId xmlns="" xmlns:a16="http://schemas.microsoft.com/office/drawing/2014/main" id="{EF8E9275-C0E0-4ABA-8699-73E5E292EC85}"/>
              </a:ext>
            </a:extLst>
          </p:cNvPr>
          <p:cNvSpPr>
            <a:spLocks noChangeShapeType="1"/>
          </p:cNvSpPr>
          <p:nvPr userDrawn="1"/>
        </p:nvSpPr>
        <p:spPr bwMode="auto">
          <a:xfrm>
            <a:off x="608116" y="104237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11070573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7_Standard slide">
    <p:spTree>
      <p:nvGrpSpPr>
        <p:cNvPr id="1" name=""/>
        <p:cNvGrpSpPr/>
        <p:nvPr/>
      </p:nvGrpSpPr>
      <p:grpSpPr>
        <a:xfrm>
          <a:off x="0" y="0"/>
          <a:ext cx="0" cy="0"/>
          <a:chOff x="0" y="0"/>
          <a:chExt cx="0" cy="0"/>
        </a:xfrm>
      </p:grpSpPr>
      <p:sp>
        <p:nvSpPr>
          <p:cNvPr id="5" name="Picture Placeholder 4">
            <a:extLst>
              <a:ext uri="{FF2B5EF4-FFF2-40B4-BE49-F238E27FC236}">
                <a16:creationId xmlns="" xmlns:a16="http://schemas.microsoft.com/office/drawing/2014/main" id="{380593A0-4211-460E-B6CF-FE2D9CE6D9CB}"/>
              </a:ext>
            </a:extLst>
          </p:cNvPr>
          <p:cNvSpPr>
            <a:spLocks noGrp="1"/>
          </p:cNvSpPr>
          <p:nvPr>
            <p:ph type="pic" sz="quarter" idx="10"/>
          </p:nvPr>
        </p:nvSpPr>
        <p:spPr>
          <a:xfrm>
            <a:off x="8194852" y="1"/>
            <a:ext cx="3997149" cy="6156104"/>
          </a:xfrm>
          <a:prstGeom prst="rect">
            <a:avLst/>
          </a:prstGeom>
        </p:spPr>
        <p:txBody>
          <a:bodyPr/>
          <a:lstStyle/>
          <a:p>
            <a:endParaRPr lang="en-IN"/>
          </a:p>
        </p:txBody>
      </p:sp>
      <p:sp>
        <p:nvSpPr>
          <p:cNvPr id="2" name="Title 1"/>
          <p:cNvSpPr>
            <a:spLocks noGrp="1"/>
          </p:cNvSpPr>
          <p:nvPr>
            <p:ph type="title"/>
          </p:nvPr>
        </p:nvSpPr>
        <p:spPr>
          <a:xfrm>
            <a:off x="609601" y="294200"/>
            <a:ext cx="7440547"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609601" y="1137921"/>
            <a:ext cx="7295842" cy="873760"/>
          </a:xfrm>
          <a:prstGeom prst="rect">
            <a:avLst/>
          </a:prstGeo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 xmlns:a16="http://schemas.microsoft.com/office/drawing/2014/main" id="{578D3272-120F-430D-AFB5-E93227EEEAAF}"/>
              </a:ext>
            </a:extLst>
          </p:cNvPr>
          <p:cNvSpPr>
            <a:spLocks noGrp="1"/>
          </p:cNvSpPr>
          <p:nvPr>
            <p:ph idx="11" hasCustomPrompt="1"/>
          </p:nvPr>
        </p:nvSpPr>
        <p:spPr>
          <a:xfrm>
            <a:off x="609601" y="2311401"/>
            <a:ext cx="3578253" cy="3844704"/>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2" name="Content Placeholder 2">
            <a:extLst>
              <a:ext uri="{FF2B5EF4-FFF2-40B4-BE49-F238E27FC236}">
                <a16:creationId xmlns="" xmlns:a16="http://schemas.microsoft.com/office/drawing/2014/main" id="{0C7BD71A-882B-40FB-A05F-48ECC69FF73D}"/>
              </a:ext>
            </a:extLst>
          </p:cNvPr>
          <p:cNvSpPr>
            <a:spLocks noGrp="1"/>
          </p:cNvSpPr>
          <p:nvPr>
            <p:ph idx="12" hasCustomPrompt="1"/>
          </p:nvPr>
        </p:nvSpPr>
        <p:spPr>
          <a:xfrm>
            <a:off x="4327190" y="2311402"/>
            <a:ext cx="3578253" cy="1254759"/>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4" name="Content Placeholder 2">
            <a:extLst>
              <a:ext uri="{FF2B5EF4-FFF2-40B4-BE49-F238E27FC236}">
                <a16:creationId xmlns="" xmlns:a16="http://schemas.microsoft.com/office/drawing/2014/main" id="{D87D58C8-1517-42AA-8B2A-E449A3F6F028}"/>
              </a:ext>
            </a:extLst>
          </p:cNvPr>
          <p:cNvSpPr>
            <a:spLocks noGrp="1"/>
          </p:cNvSpPr>
          <p:nvPr>
            <p:ph idx="13" hasCustomPrompt="1"/>
          </p:nvPr>
        </p:nvSpPr>
        <p:spPr>
          <a:xfrm>
            <a:off x="4327190" y="4236721"/>
            <a:ext cx="3578253" cy="1944160"/>
          </a:xfrm>
          <a:prstGeom prst="rect">
            <a:avLst/>
          </a:prstGeom>
        </p:spPr>
        <p:txBody>
          <a:bodyPr numCol="1"/>
          <a:lstStyle>
            <a:lvl1pPr marL="0" indent="0">
              <a:buNone/>
              <a:defRPr sz="1799">
                <a:solidFill>
                  <a:schemeClr val="bg1"/>
                </a:solidFill>
                <a:latin typeface="Georgia" panose="02040502050405020303" pitchFamily="18" charset="0"/>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Quote</a:t>
            </a:r>
          </a:p>
        </p:txBody>
      </p:sp>
      <p:sp>
        <p:nvSpPr>
          <p:cNvPr id="23" name="Line 10">
            <a:extLst>
              <a:ext uri="{FF2B5EF4-FFF2-40B4-BE49-F238E27FC236}">
                <a16:creationId xmlns="" xmlns:a16="http://schemas.microsoft.com/office/drawing/2014/main" id="{E820DC59-E206-4DC0-9012-584F8EBAF730}"/>
              </a:ext>
            </a:extLst>
          </p:cNvPr>
          <p:cNvSpPr>
            <a:spLocks noChangeShapeType="1"/>
          </p:cNvSpPr>
          <p:nvPr userDrawn="1"/>
        </p:nvSpPr>
        <p:spPr bwMode="auto">
          <a:xfrm>
            <a:off x="609601" y="907750"/>
            <a:ext cx="771983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34918658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6_Standard slide">
    <p:spTree>
      <p:nvGrpSpPr>
        <p:cNvPr id="1" name=""/>
        <p:cNvGrpSpPr/>
        <p:nvPr/>
      </p:nvGrpSpPr>
      <p:grpSpPr>
        <a:xfrm>
          <a:off x="0" y="0"/>
          <a:ext cx="0" cy="0"/>
          <a:chOff x="0" y="0"/>
          <a:chExt cx="0" cy="0"/>
        </a:xfrm>
      </p:grpSpPr>
      <p:sp>
        <p:nvSpPr>
          <p:cNvPr id="5" name="Picture Placeholder 4">
            <a:extLst>
              <a:ext uri="{FF2B5EF4-FFF2-40B4-BE49-F238E27FC236}">
                <a16:creationId xmlns="" xmlns:a16="http://schemas.microsoft.com/office/drawing/2014/main" id="{380593A0-4211-460E-B6CF-FE2D9CE6D9CB}"/>
              </a:ext>
            </a:extLst>
          </p:cNvPr>
          <p:cNvSpPr>
            <a:spLocks noGrp="1"/>
          </p:cNvSpPr>
          <p:nvPr>
            <p:ph type="pic" sz="quarter" idx="10"/>
          </p:nvPr>
        </p:nvSpPr>
        <p:spPr>
          <a:xfrm>
            <a:off x="0" y="1"/>
            <a:ext cx="2383219" cy="6857999"/>
          </a:xfrm>
          <a:prstGeom prst="rect">
            <a:avLst/>
          </a:prstGeom>
        </p:spPr>
        <p:txBody>
          <a:bodyPr/>
          <a:lstStyle/>
          <a:p>
            <a:endParaRPr lang="en-IN"/>
          </a:p>
        </p:txBody>
      </p:sp>
      <p:sp>
        <p:nvSpPr>
          <p:cNvPr id="2" name="Title 1"/>
          <p:cNvSpPr>
            <a:spLocks noGrp="1"/>
          </p:cNvSpPr>
          <p:nvPr>
            <p:ph type="title"/>
          </p:nvPr>
        </p:nvSpPr>
        <p:spPr>
          <a:xfrm>
            <a:off x="2693891" y="294200"/>
            <a:ext cx="8887371"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2693890" y="1137921"/>
            <a:ext cx="2741454" cy="5018184"/>
          </a:xfrm>
          <a:prstGeom prst="rect">
            <a:avLst/>
          </a:prstGeo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 xmlns:a16="http://schemas.microsoft.com/office/drawing/2014/main" id="{578D3272-120F-430D-AFB5-E93227EEEAAF}"/>
              </a:ext>
            </a:extLst>
          </p:cNvPr>
          <p:cNvSpPr>
            <a:spLocks noGrp="1"/>
          </p:cNvSpPr>
          <p:nvPr>
            <p:ph idx="11" hasCustomPrompt="1"/>
          </p:nvPr>
        </p:nvSpPr>
        <p:spPr>
          <a:xfrm>
            <a:off x="5724102" y="1137921"/>
            <a:ext cx="2802382" cy="5018184"/>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23" name="Content Placeholder 2">
            <a:extLst>
              <a:ext uri="{FF2B5EF4-FFF2-40B4-BE49-F238E27FC236}">
                <a16:creationId xmlns="" xmlns:a16="http://schemas.microsoft.com/office/drawing/2014/main" id="{6FF4A6F8-D9C6-4FEE-9324-5200D308BB1F}"/>
              </a:ext>
            </a:extLst>
          </p:cNvPr>
          <p:cNvSpPr>
            <a:spLocks noGrp="1"/>
          </p:cNvSpPr>
          <p:nvPr userDrawn="1">
            <p:ph idx="12" hasCustomPrompt="1"/>
          </p:nvPr>
        </p:nvSpPr>
        <p:spPr>
          <a:xfrm>
            <a:off x="8815241" y="1137922"/>
            <a:ext cx="2767159" cy="2796151"/>
          </a:xfrm>
          <a:prstGeom prst="rect">
            <a:avLst/>
          </a:prstGeo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9" name="Line 10">
            <a:extLst>
              <a:ext uri="{FF2B5EF4-FFF2-40B4-BE49-F238E27FC236}">
                <a16:creationId xmlns="" xmlns:a16="http://schemas.microsoft.com/office/drawing/2014/main" id="{B63A7CBA-3151-452E-BD2F-D3E65CE1595F}"/>
              </a:ext>
            </a:extLst>
          </p:cNvPr>
          <p:cNvSpPr>
            <a:spLocks noChangeShapeType="1"/>
          </p:cNvSpPr>
          <p:nvPr userDrawn="1"/>
        </p:nvSpPr>
        <p:spPr bwMode="auto">
          <a:xfrm>
            <a:off x="2693891" y="907750"/>
            <a:ext cx="8887371"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291139524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 preserve="1">
  <p:cSld name="14_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1" y="1137920"/>
            <a:ext cx="8234455" cy="4834800"/>
          </a:xfrm>
          <a:prstGeom prst="rect">
            <a:avLst/>
          </a:prstGeom>
        </p:spPr>
        <p:txBody>
          <a:bodyPr/>
          <a:lstStyle>
            <a:lvl1pPr marL="0" indent="0">
              <a:spcBef>
                <a:spcPts val="0"/>
              </a:spcBef>
              <a:buNone/>
              <a:defRPr>
                <a:solidFill>
                  <a:schemeClr val="bg1"/>
                </a:solidFill>
              </a:defRPr>
            </a:lvl1pPr>
            <a:lvl2pPr marL="0" indent="0">
              <a:spcBef>
                <a:spcPts val="0"/>
              </a:spcBef>
              <a:buNone/>
              <a:defRPr sz="1799">
                <a:solidFill>
                  <a:schemeClr val="bg1"/>
                </a:solidFill>
              </a:defRPr>
            </a:lvl2pPr>
            <a:lvl3pPr marL="0" indent="0">
              <a:spcBef>
                <a:spcPts val="0"/>
              </a:spcBef>
              <a:buNone/>
              <a:defRPr sz="1599">
                <a:solidFill>
                  <a:schemeClr val="bg1"/>
                </a:solidFill>
              </a:defRPr>
            </a:lvl3pPr>
            <a:lvl4pPr marL="0" indent="0">
              <a:spcBef>
                <a:spcPts val="0"/>
              </a:spcBef>
              <a:buNone/>
              <a:defRPr sz="1399">
                <a:solidFill>
                  <a:schemeClr val="bg1"/>
                </a:solidFill>
              </a:defRPr>
            </a:lvl4pPr>
            <a:lvl5pPr marL="0" indent="0">
              <a:spcBef>
                <a:spcPts val="0"/>
              </a:spcBef>
              <a:buNone/>
              <a:defRPr sz="11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Line 10">
            <a:extLst>
              <a:ext uri="{FF2B5EF4-FFF2-40B4-BE49-F238E27FC236}">
                <a16:creationId xmlns="" xmlns:a16="http://schemas.microsoft.com/office/drawing/2014/main" id="{CF130104-FAF2-4309-9701-573F37743137}"/>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298860500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3_Standard slide_no bullets">
    <p:spTree>
      <p:nvGrpSpPr>
        <p:cNvPr id="1" name=""/>
        <p:cNvGrpSpPr/>
        <p:nvPr/>
      </p:nvGrpSpPr>
      <p:grpSpPr>
        <a:xfrm>
          <a:off x="0" y="0"/>
          <a:ext cx="0" cy="0"/>
          <a:chOff x="0" y="0"/>
          <a:chExt cx="0" cy="0"/>
        </a:xfrm>
      </p:grpSpPr>
      <p:sp>
        <p:nvSpPr>
          <p:cNvPr id="3" name="Picture Placeholder 2">
            <a:extLst>
              <a:ext uri="{FF2B5EF4-FFF2-40B4-BE49-F238E27FC236}">
                <a16:creationId xmlns="" xmlns:a16="http://schemas.microsoft.com/office/drawing/2014/main" id="{0CBA94B7-7BDE-4510-A417-A765301D1371}"/>
              </a:ext>
            </a:extLst>
          </p:cNvPr>
          <p:cNvSpPr>
            <a:spLocks noGrp="1"/>
          </p:cNvSpPr>
          <p:nvPr>
            <p:ph type="pic" sz="quarter" idx="11"/>
          </p:nvPr>
        </p:nvSpPr>
        <p:spPr>
          <a:xfrm>
            <a:off x="0" y="0"/>
            <a:ext cx="12192000" cy="6858000"/>
          </a:xfrm>
          <a:prstGeom prst="rect">
            <a:avLst/>
          </a:prstGeom>
          <a:ln>
            <a:noFill/>
          </a:ln>
        </p:spPr>
        <p:txBody>
          <a:bodyPr/>
          <a:lstStyle>
            <a:lvl1pPr marL="0" indent="0" algn="ctr">
              <a:buNone/>
              <a:defRPr/>
            </a:lvl1pPr>
          </a:lstStyle>
          <a:p>
            <a:endParaRPr lang="en-IN"/>
          </a:p>
        </p:txBody>
      </p:sp>
      <p:sp>
        <p:nvSpPr>
          <p:cNvPr id="5" name="Text Placeholder 4">
            <a:extLst>
              <a:ext uri="{FF2B5EF4-FFF2-40B4-BE49-F238E27FC236}">
                <a16:creationId xmlns="" xmlns:a16="http://schemas.microsoft.com/office/drawing/2014/main" id="{B697C43D-4F1B-43DA-A0C6-DA6B6708E161}"/>
              </a:ext>
            </a:extLst>
          </p:cNvPr>
          <p:cNvSpPr>
            <a:spLocks noGrp="1"/>
          </p:cNvSpPr>
          <p:nvPr>
            <p:ph type="body" sz="quarter" idx="10" hasCustomPrompt="1"/>
          </p:nvPr>
        </p:nvSpPr>
        <p:spPr>
          <a:xfrm>
            <a:off x="352616" y="2851522"/>
            <a:ext cx="4445485" cy="1202318"/>
          </a:xfrm>
          <a:prstGeom prst="rect">
            <a:avLst/>
          </a:prstGeom>
        </p:spPr>
        <p:txBody>
          <a:bodyPr vert="horz" lIns="0" tIns="0" rIns="0" bIns="0" rtlCol="0" anchor="ctr" anchorCtr="0">
            <a:noAutofit/>
          </a:bodyPr>
          <a:lstStyle>
            <a:lvl1pPr marL="0" indent="0">
              <a:buNone/>
              <a:defRPr kumimoji="0" lang="en-IN" sz="3598" b="0" i="0" u="none" strike="noStrike" cap="none" spc="0" normalizeH="0" baseline="0" dirty="0">
                <a:ln>
                  <a:noFill/>
                </a:ln>
                <a:solidFill>
                  <a:schemeClr val="tx1"/>
                </a:solidFill>
                <a:effectLst/>
                <a:uLnTx/>
                <a:uFillTx/>
                <a:latin typeface="EYInterstate Light" panose="02000506000000020004" pitchFamily="2" charset="0"/>
                <a:ea typeface="+mj-ea"/>
                <a:cs typeface="+mj-cs"/>
              </a:defRPr>
            </a:lvl1pPr>
          </a:lstStyle>
          <a:p>
            <a:pPr marL="356438" marR="0" lvl="0" indent="-356438" defTabSz="1007383" fontAlgn="auto">
              <a:lnSpc>
                <a:spcPct val="100000"/>
              </a:lnSpc>
              <a:spcBef>
                <a:spcPct val="0"/>
              </a:spcBef>
              <a:spcAft>
                <a:spcPts val="0"/>
              </a:spcAft>
              <a:buClrTx/>
              <a:buSzTx/>
              <a:tabLst/>
            </a:pPr>
            <a:r>
              <a:rPr lang="en-US"/>
              <a:t>Chapter Title</a:t>
            </a:r>
            <a:endParaRPr lang="en-IN"/>
          </a:p>
        </p:txBody>
      </p:sp>
    </p:spTree>
    <p:extLst>
      <p:ext uri="{BB962C8B-B14F-4D97-AF65-F5344CB8AC3E}">
        <p14:creationId xmlns:p14="http://schemas.microsoft.com/office/powerpoint/2010/main" val="40752807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2_Standard slide_no bullets">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B697C43D-4F1B-43DA-A0C6-DA6B6708E161}"/>
              </a:ext>
            </a:extLst>
          </p:cNvPr>
          <p:cNvSpPr>
            <a:spLocks noGrp="1"/>
          </p:cNvSpPr>
          <p:nvPr>
            <p:ph type="body" sz="quarter" idx="10" hasCustomPrompt="1"/>
          </p:nvPr>
        </p:nvSpPr>
        <p:spPr>
          <a:xfrm>
            <a:off x="352616" y="2851522"/>
            <a:ext cx="4445485" cy="1202318"/>
          </a:xfrm>
          <a:prstGeom prst="rect">
            <a:avLst/>
          </a:prstGeom>
        </p:spPr>
        <p:txBody>
          <a:bodyPr vert="horz" lIns="0" tIns="0" rIns="0" bIns="0" rtlCol="0" anchor="ctr" anchorCtr="0">
            <a:noAutofit/>
          </a:bodyPr>
          <a:lstStyle>
            <a:lvl1pPr marL="0" indent="0">
              <a:buNone/>
              <a:defRPr kumimoji="0" lang="en-IN" sz="3598" b="0" i="0" u="none" strike="noStrike" cap="none" spc="0" normalizeH="0" baseline="0" dirty="0">
                <a:ln>
                  <a:noFill/>
                </a:ln>
                <a:solidFill>
                  <a:schemeClr val="bg2"/>
                </a:solidFill>
                <a:effectLst/>
                <a:uLnTx/>
                <a:uFillTx/>
                <a:latin typeface="EYInterstate Light" panose="02000506000000020004" pitchFamily="2" charset="0"/>
                <a:ea typeface="+mj-ea"/>
                <a:cs typeface="+mj-cs"/>
              </a:defRPr>
            </a:lvl1pPr>
          </a:lstStyle>
          <a:p>
            <a:pPr marL="356438" marR="0" lvl="0" indent="-356438" defTabSz="1007383" fontAlgn="auto">
              <a:lnSpc>
                <a:spcPct val="100000"/>
              </a:lnSpc>
              <a:spcBef>
                <a:spcPct val="0"/>
              </a:spcBef>
              <a:spcAft>
                <a:spcPts val="0"/>
              </a:spcAft>
              <a:buClrTx/>
              <a:buSzTx/>
              <a:tabLst/>
            </a:pPr>
            <a:r>
              <a:rPr lang="en-US"/>
              <a:t>Chapter Title</a:t>
            </a:r>
            <a:endParaRPr lang="en-IN"/>
          </a:p>
        </p:txBody>
      </p:sp>
    </p:spTree>
    <p:extLst>
      <p:ext uri="{BB962C8B-B14F-4D97-AF65-F5344CB8AC3E}">
        <p14:creationId xmlns:p14="http://schemas.microsoft.com/office/powerpoint/2010/main" val="37288522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8_Standard slide_Quotes">
    <p:spTree>
      <p:nvGrpSpPr>
        <p:cNvPr id="1" name=""/>
        <p:cNvGrpSpPr/>
        <p:nvPr/>
      </p:nvGrpSpPr>
      <p:grpSpPr>
        <a:xfrm>
          <a:off x="0" y="0"/>
          <a:ext cx="0" cy="0"/>
          <a:chOff x="0" y="0"/>
          <a:chExt cx="0" cy="0"/>
        </a:xfrm>
      </p:grpSpPr>
      <p:sp>
        <p:nvSpPr>
          <p:cNvPr id="5" name="Text Placeholder 11">
            <a:extLst>
              <a:ext uri="{FF2B5EF4-FFF2-40B4-BE49-F238E27FC236}">
                <a16:creationId xmlns="" xmlns:a16="http://schemas.microsoft.com/office/drawing/2014/main" id="{8F291EB0-15F5-4E9A-A38B-CE3AC1452E21}"/>
              </a:ext>
            </a:extLst>
          </p:cNvPr>
          <p:cNvSpPr txBox="1">
            <a:spLocks/>
          </p:cNvSpPr>
          <p:nvPr userDrawn="1"/>
        </p:nvSpPr>
        <p:spPr>
          <a:xfrm>
            <a:off x="477102" y="1488927"/>
            <a:ext cx="2337171" cy="858838"/>
          </a:xfrm>
          <a:prstGeom prst="rect">
            <a:avLst/>
          </a:prstGeom>
        </p:spPr>
        <p:txBody>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11194">
                <a:solidFill>
                  <a:schemeClr val="tx2"/>
                </a:solidFill>
                <a:latin typeface="Georgia" panose="02040502050405020303" pitchFamily="18" charset="0"/>
              </a:rPr>
              <a:t>“</a:t>
            </a:r>
          </a:p>
        </p:txBody>
      </p:sp>
      <p:sp>
        <p:nvSpPr>
          <p:cNvPr id="7" name="Text Placeholder 6">
            <a:extLst>
              <a:ext uri="{FF2B5EF4-FFF2-40B4-BE49-F238E27FC236}">
                <a16:creationId xmlns="" xmlns:a16="http://schemas.microsoft.com/office/drawing/2014/main" id="{FB5D2AC0-B4F7-4455-9AE0-201966050A6D}"/>
              </a:ext>
            </a:extLst>
          </p:cNvPr>
          <p:cNvSpPr>
            <a:spLocks noGrp="1"/>
          </p:cNvSpPr>
          <p:nvPr>
            <p:ph type="body" sz="quarter" idx="10"/>
          </p:nvPr>
        </p:nvSpPr>
        <p:spPr>
          <a:xfrm>
            <a:off x="513083" y="2526765"/>
            <a:ext cx="5289245" cy="1800000"/>
          </a:xfrm>
          <a:prstGeom prst="rect">
            <a:avLst/>
          </a:prstGeom>
        </p:spPr>
        <p:txBody>
          <a:bodyPr lIns="90000" tIns="46800" rIns="90000" bIns="46800"/>
          <a:lstStyle>
            <a:lvl1pPr marL="0" indent="0">
              <a:buNone/>
              <a:defRPr lang="en-US" sz="2799" dirty="0" smtClean="0">
                <a:latin typeface="Georgia" panose="02040502050405020303" pitchFamily="18" charset="0"/>
              </a:defRPr>
            </a:lvl1pPr>
          </a:lstStyle>
          <a:p>
            <a:pPr marL="356438" lvl="0" indent="-356438">
              <a:spcBef>
                <a:spcPts val="0"/>
              </a:spcBef>
            </a:pPr>
            <a:r>
              <a:rPr lang="en-US"/>
              <a:t>Edit Master text styles</a:t>
            </a:r>
          </a:p>
        </p:txBody>
      </p:sp>
      <p:sp>
        <p:nvSpPr>
          <p:cNvPr id="8" name="Text Placeholder 6">
            <a:extLst>
              <a:ext uri="{FF2B5EF4-FFF2-40B4-BE49-F238E27FC236}">
                <a16:creationId xmlns="" xmlns:a16="http://schemas.microsoft.com/office/drawing/2014/main" id="{F1BA83A2-78F0-4F7E-836B-9B4B87820F96}"/>
              </a:ext>
            </a:extLst>
          </p:cNvPr>
          <p:cNvSpPr>
            <a:spLocks noGrp="1"/>
          </p:cNvSpPr>
          <p:nvPr>
            <p:ph type="body" sz="quarter" idx="11" hasCustomPrompt="1"/>
          </p:nvPr>
        </p:nvSpPr>
        <p:spPr>
          <a:xfrm>
            <a:off x="513083" y="4632765"/>
            <a:ext cx="5289245" cy="316838"/>
          </a:xfrm>
          <a:prstGeom prst="rect">
            <a:avLst/>
          </a:prstGeo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rgbClr val="2E2E38"/>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Name Surname</a:t>
            </a:r>
          </a:p>
        </p:txBody>
      </p:sp>
      <p:sp>
        <p:nvSpPr>
          <p:cNvPr id="9" name="Text Placeholder 6">
            <a:extLst>
              <a:ext uri="{FF2B5EF4-FFF2-40B4-BE49-F238E27FC236}">
                <a16:creationId xmlns="" xmlns:a16="http://schemas.microsoft.com/office/drawing/2014/main" id="{034CE9DD-CE12-4D9F-8FD6-A2522F36C807}"/>
              </a:ext>
            </a:extLst>
          </p:cNvPr>
          <p:cNvSpPr>
            <a:spLocks noGrp="1"/>
          </p:cNvSpPr>
          <p:nvPr>
            <p:ph type="body" sz="quarter" idx="12" hasCustomPrompt="1"/>
          </p:nvPr>
        </p:nvSpPr>
        <p:spPr>
          <a:xfrm>
            <a:off x="513083" y="4971442"/>
            <a:ext cx="5289245" cy="316838"/>
          </a:xfrm>
          <a:prstGeom prst="rect">
            <a:avLst/>
          </a:prstGeo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rgbClr val="2E2E38"/>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Job Title</a:t>
            </a:r>
          </a:p>
        </p:txBody>
      </p:sp>
    </p:spTree>
    <p:extLst>
      <p:ext uri="{BB962C8B-B14F-4D97-AF65-F5344CB8AC3E}">
        <p14:creationId xmlns:p14="http://schemas.microsoft.com/office/powerpoint/2010/main" val="16657977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7_Standard slide_Quotes">
    <p:spTree>
      <p:nvGrpSpPr>
        <p:cNvPr id="1" name=""/>
        <p:cNvGrpSpPr/>
        <p:nvPr/>
      </p:nvGrpSpPr>
      <p:grpSpPr>
        <a:xfrm>
          <a:off x="0" y="0"/>
          <a:ext cx="0" cy="0"/>
          <a:chOff x="0" y="0"/>
          <a:chExt cx="0" cy="0"/>
        </a:xfrm>
      </p:grpSpPr>
      <p:sp>
        <p:nvSpPr>
          <p:cNvPr id="4" name="Text Placeholder 6">
            <a:extLst>
              <a:ext uri="{FF2B5EF4-FFF2-40B4-BE49-F238E27FC236}">
                <a16:creationId xmlns="" xmlns:a16="http://schemas.microsoft.com/office/drawing/2014/main" id="{E28D7EA5-A532-4D8B-9984-8F3D1FEA98DB}"/>
              </a:ext>
            </a:extLst>
          </p:cNvPr>
          <p:cNvSpPr>
            <a:spLocks noGrp="1"/>
          </p:cNvSpPr>
          <p:nvPr>
            <p:ph type="body" sz="quarter" idx="10"/>
          </p:nvPr>
        </p:nvSpPr>
        <p:spPr>
          <a:xfrm>
            <a:off x="3451378" y="2060235"/>
            <a:ext cx="5289245" cy="3025522"/>
          </a:xfrm>
          <a:prstGeom prst="rect">
            <a:avLst/>
          </a:prstGeom>
        </p:spPr>
        <p:txBody>
          <a:bodyPr lIns="0" tIns="0" rIns="0" bIns="0">
            <a:noAutofit/>
          </a:bodyPr>
          <a:lstStyle>
            <a:lvl1pPr marL="0" indent="0" algn="ctr">
              <a:buNone/>
              <a:defRPr lang="en-US" sz="2799" dirty="0" smtClean="0">
                <a:latin typeface="Georgia" panose="02040502050405020303" pitchFamily="18" charset="0"/>
              </a:defRPr>
            </a:lvl1pPr>
          </a:lstStyle>
          <a:p>
            <a:pPr marL="356438" lvl="0" indent="-356438" algn="ctr">
              <a:spcBef>
                <a:spcPts val="0"/>
              </a:spcBef>
            </a:pPr>
            <a:r>
              <a:rPr lang="en-US"/>
              <a:t>Edit Master text styles</a:t>
            </a:r>
          </a:p>
        </p:txBody>
      </p:sp>
      <p:sp>
        <p:nvSpPr>
          <p:cNvPr id="5" name="Text Placeholder 6">
            <a:extLst>
              <a:ext uri="{FF2B5EF4-FFF2-40B4-BE49-F238E27FC236}">
                <a16:creationId xmlns="" xmlns:a16="http://schemas.microsoft.com/office/drawing/2014/main" id="{9F9B9C3C-16F2-40B2-A460-0480520ECF89}"/>
              </a:ext>
            </a:extLst>
          </p:cNvPr>
          <p:cNvSpPr>
            <a:spLocks noGrp="1"/>
          </p:cNvSpPr>
          <p:nvPr>
            <p:ph type="body" sz="quarter" idx="11" hasCustomPrompt="1"/>
          </p:nvPr>
        </p:nvSpPr>
        <p:spPr>
          <a:xfrm>
            <a:off x="3451378" y="5506678"/>
            <a:ext cx="5289245" cy="316838"/>
          </a:xfrm>
          <a:prstGeom prst="rect">
            <a:avLst/>
          </a:prstGeom>
        </p:spPr>
        <p:txBody>
          <a:bodyPr lIns="0" tIns="0" rIns="0" bIns="0">
            <a:noAutofit/>
          </a:bodyPr>
          <a:lstStyle>
            <a:lvl1pPr marL="0" indent="0" algn="ctr">
              <a:buNone/>
              <a:defRPr lang="en-US" sz="1599" dirty="0" smtClean="0">
                <a:solidFill>
                  <a:srgbClr val="2E2E38"/>
                </a:solidFill>
                <a:latin typeface="+mn-lt"/>
              </a:defRPr>
            </a:lvl1pPr>
          </a:lstStyle>
          <a:p>
            <a:pPr marL="356438" lvl="0" indent="-356438" algn="ctr">
              <a:spcBef>
                <a:spcPts val="0"/>
              </a:spcBef>
              <a:spcAft>
                <a:spcPts val="600"/>
              </a:spcAft>
            </a:pPr>
            <a:r>
              <a:rPr lang="en-US"/>
              <a:t>Name Surname</a:t>
            </a:r>
          </a:p>
        </p:txBody>
      </p:sp>
      <p:sp>
        <p:nvSpPr>
          <p:cNvPr id="6" name="Text Placeholder 6">
            <a:extLst>
              <a:ext uri="{FF2B5EF4-FFF2-40B4-BE49-F238E27FC236}">
                <a16:creationId xmlns="" xmlns:a16="http://schemas.microsoft.com/office/drawing/2014/main" id="{8E04541C-CC5D-4455-8271-73223AE0A881}"/>
              </a:ext>
            </a:extLst>
          </p:cNvPr>
          <p:cNvSpPr>
            <a:spLocks noGrp="1"/>
          </p:cNvSpPr>
          <p:nvPr>
            <p:ph type="body" sz="quarter" idx="12" hasCustomPrompt="1"/>
          </p:nvPr>
        </p:nvSpPr>
        <p:spPr>
          <a:xfrm>
            <a:off x="3451378" y="5818717"/>
            <a:ext cx="5289245" cy="316838"/>
          </a:xfrm>
          <a:prstGeom prst="rect">
            <a:avLst/>
          </a:prstGeom>
        </p:spPr>
        <p:txBody>
          <a:bodyPr vert="horz" lIns="0" tIns="0" rIns="0" bIns="0" rtlCol="0" anchor="t" anchorCtr="0">
            <a:noAutofit/>
          </a:bodyPr>
          <a:lstStyle>
            <a:lvl1pPr marL="0" indent="0" algn="ctr">
              <a:buNone/>
              <a:defRPr lang="en-US" sz="1599" dirty="0" smtClean="0">
                <a:solidFill>
                  <a:srgbClr val="2E2E38"/>
                </a:solidFill>
                <a:latin typeface="+mn-lt"/>
              </a:defRPr>
            </a:lvl1pPr>
          </a:lstStyle>
          <a:p>
            <a:pPr marL="356438" lvl="0" indent="-356438" algn="ctr">
              <a:spcBef>
                <a:spcPts val="0"/>
              </a:spcBef>
              <a:spcAft>
                <a:spcPts val="600"/>
              </a:spcAft>
            </a:pPr>
            <a:r>
              <a:rPr lang="en-US"/>
              <a:t>Job Title</a:t>
            </a:r>
          </a:p>
        </p:txBody>
      </p:sp>
      <p:sp>
        <p:nvSpPr>
          <p:cNvPr id="9" name="Text Placeholder 11">
            <a:extLst>
              <a:ext uri="{FF2B5EF4-FFF2-40B4-BE49-F238E27FC236}">
                <a16:creationId xmlns="" xmlns:a16="http://schemas.microsoft.com/office/drawing/2014/main" id="{FBD672D3-B116-471A-8511-D80D5D920D93}"/>
              </a:ext>
            </a:extLst>
          </p:cNvPr>
          <p:cNvSpPr txBox="1">
            <a:spLocks/>
          </p:cNvSpPr>
          <p:nvPr userDrawn="1"/>
        </p:nvSpPr>
        <p:spPr>
          <a:xfrm>
            <a:off x="4927415" y="979788"/>
            <a:ext cx="2337171" cy="882687"/>
          </a:xfrm>
          <a:prstGeom prst="rect">
            <a:avLst/>
          </a:prstGeom>
        </p:spPr>
        <p:txBody>
          <a:bodyPr lIns="0" tIns="0" rIns="0" bIns="0">
            <a:noAutofit/>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1194">
                <a:solidFill>
                  <a:schemeClr val="tx2"/>
                </a:solidFill>
                <a:latin typeface="Georgia" panose="02040502050405020303" pitchFamily="18" charset="0"/>
              </a:rPr>
              <a:t>“ </a:t>
            </a:r>
          </a:p>
        </p:txBody>
      </p:sp>
    </p:spTree>
    <p:extLst>
      <p:ext uri="{BB962C8B-B14F-4D97-AF65-F5344CB8AC3E}">
        <p14:creationId xmlns:p14="http://schemas.microsoft.com/office/powerpoint/2010/main" val="8555356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1_Standard slide_no bullets">
    <p:spTree>
      <p:nvGrpSpPr>
        <p:cNvPr id="1" name=""/>
        <p:cNvGrpSpPr/>
        <p:nvPr/>
      </p:nvGrpSpPr>
      <p:grpSpPr>
        <a:xfrm>
          <a:off x="0" y="0"/>
          <a:ext cx="0" cy="0"/>
          <a:chOff x="0" y="0"/>
          <a:chExt cx="0" cy="0"/>
        </a:xfrm>
      </p:grpSpPr>
      <p:sp>
        <p:nvSpPr>
          <p:cNvPr id="15" name="Picture Placeholder 14">
            <a:extLst>
              <a:ext uri="{FF2B5EF4-FFF2-40B4-BE49-F238E27FC236}">
                <a16:creationId xmlns="" xmlns:a16="http://schemas.microsoft.com/office/drawing/2014/main" id="{628F8CDB-776D-4811-AE2C-217236ECDECA}"/>
              </a:ext>
            </a:extLst>
          </p:cNvPr>
          <p:cNvSpPr>
            <a:spLocks noGrp="1"/>
          </p:cNvSpPr>
          <p:nvPr>
            <p:ph type="pic" sz="quarter" idx="12"/>
          </p:nvPr>
        </p:nvSpPr>
        <p:spPr>
          <a:xfrm>
            <a:off x="6223938" y="0"/>
            <a:ext cx="5968062" cy="6858000"/>
          </a:xfrm>
          <a:prstGeom prst="rect">
            <a:avLst/>
          </a:prstGeom>
        </p:spPr>
        <p:txBody>
          <a:bodyPr/>
          <a:lstStyle/>
          <a:p>
            <a:endParaRPr lang="en-IN"/>
          </a:p>
        </p:txBody>
      </p:sp>
      <p:sp>
        <p:nvSpPr>
          <p:cNvPr id="5" name="Text Placeholder 4">
            <a:extLst>
              <a:ext uri="{FF2B5EF4-FFF2-40B4-BE49-F238E27FC236}">
                <a16:creationId xmlns="" xmlns:a16="http://schemas.microsoft.com/office/drawing/2014/main" id="{626E96BA-E9E4-496B-8CA5-6DA27B8AD7E4}"/>
              </a:ext>
            </a:extLst>
          </p:cNvPr>
          <p:cNvSpPr>
            <a:spLocks noGrp="1"/>
          </p:cNvSpPr>
          <p:nvPr>
            <p:ph type="body" sz="quarter" idx="10" hasCustomPrompt="1"/>
          </p:nvPr>
        </p:nvSpPr>
        <p:spPr>
          <a:xfrm>
            <a:off x="616900" y="2578743"/>
            <a:ext cx="4535597" cy="1055708"/>
          </a:xfrm>
          <a:prstGeom prst="rect">
            <a:avLst/>
          </a:prstGeom>
        </p:spPr>
        <p:txBody>
          <a:bodyPr/>
          <a:lstStyle>
            <a:lvl1pPr marL="0" indent="0">
              <a:buNone/>
              <a:defRPr sz="2999"/>
            </a:lvl1pPr>
          </a:lstStyle>
          <a:p>
            <a:pPr lvl="0"/>
            <a:r>
              <a:rPr lang="en-IN"/>
              <a:t>Chapter Title</a:t>
            </a:r>
          </a:p>
          <a:p>
            <a:pPr lvl="0"/>
            <a:r>
              <a:rPr lang="en-IN"/>
              <a:t>EY Interstate Light</a:t>
            </a:r>
          </a:p>
        </p:txBody>
      </p:sp>
      <p:sp>
        <p:nvSpPr>
          <p:cNvPr id="14" name="Text Placeholder 4">
            <a:extLst>
              <a:ext uri="{FF2B5EF4-FFF2-40B4-BE49-F238E27FC236}">
                <a16:creationId xmlns="" xmlns:a16="http://schemas.microsoft.com/office/drawing/2014/main" id="{1173C8A3-BA2F-497B-A214-45B02D73AF20}"/>
              </a:ext>
            </a:extLst>
          </p:cNvPr>
          <p:cNvSpPr>
            <a:spLocks noGrp="1"/>
          </p:cNvSpPr>
          <p:nvPr>
            <p:ph type="body" sz="quarter" idx="11" hasCustomPrompt="1"/>
          </p:nvPr>
        </p:nvSpPr>
        <p:spPr>
          <a:xfrm>
            <a:off x="616900" y="3840384"/>
            <a:ext cx="4535597" cy="1055708"/>
          </a:xfrm>
          <a:prstGeom prst="rect">
            <a:avLst/>
          </a:prstGeom>
        </p:spPr>
        <p:txBody>
          <a:bodyPr/>
          <a:lstStyle>
            <a:lvl1pPr marL="0" indent="0">
              <a:buNone/>
              <a:defRPr sz="1599"/>
            </a:lvl1pPr>
          </a:lstStyle>
          <a:p>
            <a:pPr lvl="0"/>
            <a:r>
              <a:rPr lang="en-IN"/>
              <a:t>text</a:t>
            </a:r>
          </a:p>
        </p:txBody>
      </p:sp>
    </p:spTree>
    <p:extLst>
      <p:ext uri="{BB962C8B-B14F-4D97-AF65-F5344CB8AC3E}">
        <p14:creationId xmlns:p14="http://schemas.microsoft.com/office/powerpoint/2010/main" val="19584667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0_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5" name="Table Placeholder 4">
            <a:extLst>
              <a:ext uri="{FF2B5EF4-FFF2-40B4-BE49-F238E27FC236}">
                <a16:creationId xmlns="" xmlns:a16="http://schemas.microsoft.com/office/drawing/2014/main" id="{95A2BE92-ABF7-4A82-BC35-00F28F500FED}"/>
              </a:ext>
            </a:extLst>
          </p:cNvPr>
          <p:cNvSpPr>
            <a:spLocks noGrp="1"/>
          </p:cNvSpPr>
          <p:nvPr>
            <p:ph type="tbl" sz="quarter" idx="10"/>
          </p:nvPr>
        </p:nvSpPr>
        <p:spPr>
          <a:xfrm>
            <a:off x="609600" y="1137921"/>
            <a:ext cx="4954924" cy="4267457"/>
          </a:xfrm>
          <a:prstGeom prst="rect">
            <a:avLst/>
          </a:prstGeom>
        </p:spPr>
        <p:txBody>
          <a:bodyPr/>
          <a:lstStyle/>
          <a:p>
            <a:endParaRPr lang="en-IN"/>
          </a:p>
        </p:txBody>
      </p:sp>
      <p:sp>
        <p:nvSpPr>
          <p:cNvPr id="10" name="Text Placeholder 16">
            <a:extLst>
              <a:ext uri="{FF2B5EF4-FFF2-40B4-BE49-F238E27FC236}">
                <a16:creationId xmlns="" xmlns:a16="http://schemas.microsoft.com/office/drawing/2014/main" id="{DA81FCAA-64D2-4A9C-B16E-9C4E3BB431BB}"/>
              </a:ext>
            </a:extLst>
          </p:cNvPr>
          <p:cNvSpPr>
            <a:spLocks noGrp="1"/>
          </p:cNvSpPr>
          <p:nvPr>
            <p:ph type="body" sz="quarter" idx="14" hasCustomPrompt="1"/>
          </p:nvPr>
        </p:nvSpPr>
        <p:spPr>
          <a:xfrm>
            <a:off x="7129748" y="3813288"/>
            <a:ext cx="3087667" cy="180000"/>
          </a:xfrm>
          <a:prstGeom prst="rect">
            <a:avLst/>
          </a:prstGeom>
        </p:spPr>
        <p:txBody>
          <a:bodyPr/>
          <a:lstStyle>
            <a:lvl1pPr marL="0" indent="0">
              <a:buNone/>
              <a:defRPr sz="1199">
                <a:solidFill>
                  <a:schemeClr val="bg1"/>
                </a:solidFill>
              </a:defRPr>
            </a:lvl1pPr>
          </a:lstStyle>
          <a:p>
            <a:pPr lvl="0"/>
            <a:r>
              <a:rPr lang="en-US"/>
              <a:t>Name Surname</a:t>
            </a:r>
            <a:endParaRPr lang="en-GB"/>
          </a:p>
        </p:txBody>
      </p:sp>
      <p:sp>
        <p:nvSpPr>
          <p:cNvPr id="11" name="Text Placeholder 16">
            <a:extLst>
              <a:ext uri="{FF2B5EF4-FFF2-40B4-BE49-F238E27FC236}">
                <a16:creationId xmlns="" xmlns:a16="http://schemas.microsoft.com/office/drawing/2014/main" id="{03CDC117-35F2-47B2-85B2-29CB8EE7E096}"/>
              </a:ext>
            </a:extLst>
          </p:cNvPr>
          <p:cNvSpPr>
            <a:spLocks noGrp="1"/>
          </p:cNvSpPr>
          <p:nvPr>
            <p:ph type="body" sz="quarter" idx="15" hasCustomPrompt="1"/>
          </p:nvPr>
        </p:nvSpPr>
        <p:spPr>
          <a:xfrm>
            <a:off x="7129748" y="4055931"/>
            <a:ext cx="3087667" cy="180000"/>
          </a:xfrm>
          <a:prstGeom prst="rect">
            <a:avLst/>
          </a:prstGeom>
        </p:spPr>
        <p:txBody>
          <a:bodyPr/>
          <a:lstStyle>
            <a:lvl1pPr marL="0" indent="0">
              <a:buNone/>
              <a:defRPr sz="1199">
                <a:solidFill>
                  <a:schemeClr val="bg1"/>
                </a:solidFill>
              </a:defRPr>
            </a:lvl1pPr>
          </a:lstStyle>
          <a:p>
            <a:pPr lvl="0"/>
            <a:r>
              <a:rPr lang="en-US"/>
              <a:t>Job Title to go here</a:t>
            </a:r>
            <a:endParaRPr lang="en-GB"/>
          </a:p>
        </p:txBody>
      </p:sp>
      <p:sp>
        <p:nvSpPr>
          <p:cNvPr id="14" name="Picture Placeholder 19">
            <a:extLst>
              <a:ext uri="{FF2B5EF4-FFF2-40B4-BE49-F238E27FC236}">
                <a16:creationId xmlns=""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a:p>
        </p:txBody>
      </p:sp>
      <p:sp>
        <p:nvSpPr>
          <p:cNvPr id="9" name="Text Placeholder 8">
            <a:extLst>
              <a:ext uri="{FF2B5EF4-FFF2-40B4-BE49-F238E27FC236}">
                <a16:creationId xmlns="" xmlns:a16="http://schemas.microsoft.com/office/drawing/2014/main" id="{5DB83DAE-9FEB-4E9C-85BA-A34BD239275A}"/>
              </a:ext>
            </a:extLst>
          </p:cNvPr>
          <p:cNvSpPr>
            <a:spLocks noGrp="1"/>
          </p:cNvSpPr>
          <p:nvPr>
            <p:ph type="body" sz="quarter" idx="17" hasCustomPrompt="1"/>
          </p:nvPr>
        </p:nvSpPr>
        <p:spPr>
          <a:xfrm>
            <a:off x="6119821" y="1137921"/>
            <a:ext cx="5462580" cy="373807"/>
          </a:xfrm>
          <a:prstGeom prst="rect">
            <a:avLst/>
          </a:prstGeom>
        </p:spPr>
        <p:txBody>
          <a:bodyPr/>
          <a:lstStyle>
            <a:lvl1pPr marL="0" indent="0">
              <a:buNone/>
              <a:defRPr/>
            </a:lvl1pPr>
          </a:lstStyle>
          <a:p>
            <a:pPr lvl="0"/>
            <a:r>
              <a:rPr lang="en-US"/>
              <a:t>Key Takeaways</a:t>
            </a:r>
          </a:p>
        </p:txBody>
      </p:sp>
      <p:sp>
        <p:nvSpPr>
          <p:cNvPr id="15" name="Text Placeholder 8">
            <a:extLst>
              <a:ext uri="{FF2B5EF4-FFF2-40B4-BE49-F238E27FC236}">
                <a16:creationId xmlns="" xmlns:a16="http://schemas.microsoft.com/office/drawing/2014/main" id="{C1ABE303-7041-4312-AD03-0E872AEF99BE}"/>
              </a:ext>
            </a:extLst>
          </p:cNvPr>
          <p:cNvSpPr>
            <a:spLocks noGrp="1"/>
          </p:cNvSpPr>
          <p:nvPr>
            <p:ph type="body" sz="quarter" idx="18" hasCustomPrompt="1"/>
          </p:nvPr>
        </p:nvSpPr>
        <p:spPr>
          <a:xfrm>
            <a:off x="6119821" y="1635009"/>
            <a:ext cx="5462580" cy="1611554"/>
          </a:xfrm>
          <a:prstGeom prst="rect">
            <a:avLst/>
          </a:prstGeom>
        </p:spPr>
        <p:txBody>
          <a:bodyPr/>
          <a:lstStyle>
            <a:lvl1pPr marL="0" indent="0">
              <a:buNone/>
              <a:defRPr sz="1599"/>
            </a:lvl1pPr>
          </a:lstStyle>
          <a:p>
            <a:pPr lvl="0"/>
            <a:r>
              <a:rPr lang="en-US"/>
              <a:t>Content EY Interstate Light, 16pt, Lorem ipsum dolor, 12pt, </a:t>
            </a:r>
            <a:r>
              <a:rPr lang="en-US" err="1"/>
              <a:t>Utinam</a:t>
            </a:r>
            <a:r>
              <a:rPr lang="en-US"/>
              <a:t> </a:t>
            </a:r>
            <a:r>
              <a:rPr lang="en-US" err="1"/>
              <a:t>nonumy</a:t>
            </a:r>
            <a:r>
              <a:rPr lang="en-US"/>
              <a:t> </a:t>
            </a:r>
            <a:r>
              <a:rPr lang="en-US" err="1"/>
              <a:t>abhorreant</a:t>
            </a:r>
            <a:r>
              <a:rPr lang="en-US"/>
              <a:t> </a:t>
            </a:r>
            <a:r>
              <a:rPr lang="en-US" err="1"/>
              <a:t>sead</a:t>
            </a:r>
            <a:r>
              <a:rPr lang="en-US"/>
              <a:t>. </a:t>
            </a:r>
            <a:r>
              <a:rPr lang="en-US" err="1"/>
              <a:t>Putant</a:t>
            </a:r>
            <a:r>
              <a:rPr lang="en-US"/>
              <a:t> </a:t>
            </a:r>
            <a:r>
              <a:rPr lang="en-US" err="1"/>
              <a:t>probatus</a:t>
            </a:r>
            <a:r>
              <a:rPr lang="en-US"/>
              <a:t> id vis, ad his </a:t>
            </a:r>
            <a:r>
              <a:rPr lang="en-US" err="1"/>
              <a:t>meis</a:t>
            </a:r>
            <a:r>
              <a:rPr lang="en-US"/>
              <a:t> </a:t>
            </a:r>
            <a:r>
              <a:rPr lang="en-US" err="1"/>
              <a:t>habemus</a:t>
            </a:r>
            <a:r>
              <a:rPr lang="en-US"/>
              <a:t> </a:t>
            </a:r>
            <a:r>
              <a:rPr lang="en-US" err="1"/>
              <a:t>repudiare</a:t>
            </a:r>
            <a:r>
              <a:rPr lang="en-US"/>
              <a:t>, has an </a:t>
            </a:r>
            <a:r>
              <a:rPr lang="en-US" err="1"/>
              <a:t>pericula</a:t>
            </a:r>
            <a:r>
              <a:rPr lang="en-US"/>
              <a:t> </a:t>
            </a:r>
            <a:r>
              <a:rPr lang="en-US" err="1"/>
              <a:t>tractatos</a:t>
            </a:r>
            <a:r>
              <a:rPr lang="en-US"/>
              <a:t>. </a:t>
            </a:r>
            <a:r>
              <a:rPr lang="en-US" err="1"/>
              <a:t>Nec</a:t>
            </a:r>
            <a:r>
              <a:rPr lang="en-US"/>
              <a:t> </a:t>
            </a:r>
            <a:r>
              <a:rPr lang="en-US" err="1"/>
              <a:t>debitis</a:t>
            </a:r>
            <a:r>
              <a:rPr lang="en-US"/>
              <a:t> </a:t>
            </a:r>
            <a:r>
              <a:rPr lang="en-US" err="1"/>
              <a:t>dissentias</a:t>
            </a:r>
            <a:r>
              <a:rPr lang="en-US"/>
              <a:t> ad. </a:t>
            </a:r>
            <a:r>
              <a:rPr lang="en-US" err="1"/>
              <a:t>Patrioque</a:t>
            </a:r>
            <a:r>
              <a:rPr lang="en-US"/>
              <a:t> </a:t>
            </a:r>
            <a:r>
              <a:rPr lang="en-US" err="1"/>
              <a:t>voluptatum</a:t>
            </a:r>
            <a:r>
              <a:rPr lang="en-US"/>
              <a:t> </a:t>
            </a:r>
            <a:r>
              <a:rPr lang="en-US" err="1"/>
              <a:t>sed</a:t>
            </a:r>
            <a:r>
              <a:rPr lang="en-US"/>
              <a:t> ex, id </a:t>
            </a:r>
            <a:r>
              <a:rPr lang="en-US" err="1"/>
              <a:t>admodum</a:t>
            </a:r>
            <a:r>
              <a:rPr lang="en-US"/>
              <a:t>.</a:t>
            </a:r>
          </a:p>
          <a:p>
            <a:pPr lvl="0"/>
            <a:endParaRPr lang="en-US"/>
          </a:p>
        </p:txBody>
      </p:sp>
      <p:sp>
        <p:nvSpPr>
          <p:cNvPr id="20" name="Line 10">
            <a:extLst>
              <a:ext uri="{FF2B5EF4-FFF2-40B4-BE49-F238E27FC236}">
                <a16:creationId xmlns="" xmlns:a16="http://schemas.microsoft.com/office/drawing/2014/main" id="{B69EB865-6B86-419B-923C-F7DDC68C9C66}"/>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232701434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6_Standard slide_Quotes">
    <p:spTree>
      <p:nvGrpSpPr>
        <p:cNvPr id="1" name=""/>
        <p:cNvGrpSpPr/>
        <p:nvPr/>
      </p:nvGrpSpPr>
      <p:grpSpPr>
        <a:xfrm>
          <a:off x="0" y="0"/>
          <a:ext cx="0" cy="0"/>
          <a:chOff x="0" y="0"/>
          <a:chExt cx="0" cy="0"/>
        </a:xfrm>
      </p:grpSpPr>
      <p:sp>
        <p:nvSpPr>
          <p:cNvPr id="3" name="Picture Placeholder 2">
            <a:extLst>
              <a:ext uri="{FF2B5EF4-FFF2-40B4-BE49-F238E27FC236}">
                <a16:creationId xmlns="" xmlns:a16="http://schemas.microsoft.com/office/drawing/2014/main" id="{70507BA1-EA97-432B-8AAE-BE8FEE624583}"/>
              </a:ext>
            </a:extLst>
          </p:cNvPr>
          <p:cNvSpPr>
            <a:spLocks noGrp="1"/>
          </p:cNvSpPr>
          <p:nvPr>
            <p:ph type="pic" sz="quarter" idx="10"/>
          </p:nvPr>
        </p:nvSpPr>
        <p:spPr>
          <a:xfrm>
            <a:off x="0" y="0"/>
            <a:ext cx="12192000" cy="6858000"/>
          </a:xfrm>
          <a:prstGeom prst="rect">
            <a:avLst/>
          </a:prstGeom>
          <a:ln>
            <a:noFill/>
          </a:ln>
        </p:spPr>
        <p:txBody>
          <a:bodyPr/>
          <a:lstStyle>
            <a:lvl1pPr marL="0" indent="0" algn="ctr">
              <a:buNone/>
              <a:defRPr/>
            </a:lvl1pPr>
          </a:lstStyle>
          <a:p>
            <a:endParaRPr lang="en-IN"/>
          </a:p>
        </p:txBody>
      </p:sp>
    </p:spTree>
    <p:extLst>
      <p:ext uri="{BB962C8B-B14F-4D97-AF65-F5344CB8AC3E}">
        <p14:creationId xmlns:p14="http://schemas.microsoft.com/office/powerpoint/2010/main" val="35623789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obj" preserve="1">
  <p:cSld name="2_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1" y="1137920"/>
            <a:ext cx="8234455" cy="4834800"/>
          </a:xfrm>
          <a:prstGeom prst="rect">
            <a:avLst/>
          </a:prstGeom>
        </p:spPr>
        <p:txBody>
          <a:bodyPr/>
          <a:lstStyle>
            <a:lvl1pPr marL="0" indent="0">
              <a:buNone/>
              <a:defRPr>
                <a:solidFill>
                  <a:schemeClr val="bg1"/>
                </a:solidFill>
              </a:defRPr>
            </a:lvl1pPr>
            <a:lvl2pPr marL="356438">
              <a:defRPr>
                <a:solidFill>
                  <a:schemeClr val="bg1"/>
                </a:solidFill>
              </a:defRPr>
            </a:lvl2pPr>
            <a:lvl3pPr marL="712875">
              <a:defRPr>
                <a:solidFill>
                  <a:schemeClr val="bg1"/>
                </a:solidFill>
              </a:defRPr>
            </a:lvl3pPr>
            <a:lvl4pPr marL="1069313">
              <a:defRPr>
                <a:solidFill>
                  <a:schemeClr val="bg1"/>
                </a:solidFill>
              </a:defRPr>
            </a:lvl4pPr>
            <a:lvl5pPr marL="1425751">
              <a:defRPr sz="11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Line 10">
            <a:extLst>
              <a:ext uri="{FF2B5EF4-FFF2-40B4-BE49-F238E27FC236}">
                <a16:creationId xmlns="" xmlns:a16="http://schemas.microsoft.com/office/drawing/2014/main" id="{8D4CA674-C969-4C5C-9EA4-6D41FE961DE2}"/>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14752208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2_Title only, no lin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endParaRPr lang="en-GB"/>
          </a:p>
        </p:txBody>
      </p:sp>
      <p:sp>
        <p:nvSpPr>
          <p:cNvPr id="6" name="Line 10">
            <a:extLst>
              <a:ext uri="{FF2B5EF4-FFF2-40B4-BE49-F238E27FC236}">
                <a16:creationId xmlns="" xmlns:a16="http://schemas.microsoft.com/office/drawing/2014/main" id="{97A26880-8DD7-4A78-ADAF-91ED2E744A7C}"/>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387891978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woObj" preserve="1">
  <p:cSld name="2_Two columns, no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sz="half" idx="1"/>
          </p:nvPr>
        </p:nvSpPr>
        <p:spPr>
          <a:xfrm>
            <a:off x="609601" y="1137919"/>
            <a:ext cx="5384800" cy="4834800"/>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1" y="1137919"/>
            <a:ext cx="5384800" cy="4834800"/>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Line 10">
            <a:extLst>
              <a:ext uri="{FF2B5EF4-FFF2-40B4-BE49-F238E27FC236}">
                <a16:creationId xmlns="" xmlns:a16="http://schemas.microsoft.com/office/drawing/2014/main" id="{9B070B28-7AAC-47E5-9EB5-96B8B8B88057}"/>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314543871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2_Two columns with heading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2329" y="1869441"/>
            <a:ext cx="5390400" cy="4256075"/>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6405" y="1869441"/>
            <a:ext cx="5390400" cy="4256075"/>
          </a:xfrm>
          <a:prstGeom prst="rect">
            <a:avLst/>
          </a:prstGeo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p:cNvSpPr>
            <a:spLocks noGrp="1"/>
          </p:cNvSpPr>
          <p:nvPr>
            <p:ph type="body" sz="quarter" idx="12"/>
          </p:nvPr>
        </p:nvSpPr>
        <p:spPr>
          <a:xfrm>
            <a:off x="609601" y="1137920"/>
            <a:ext cx="5390400" cy="640800"/>
          </a:xfrm>
          <a:prstGeom prst="rect">
            <a:avLst/>
          </a:prstGeom>
        </p:spPr>
        <p:txBody>
          <a:bodyPr anchor="t" anchorCtr="0"/>
          <a:lstStyle>
            <a:lvl1pPr>
              <a:buNone/>
              <a:defRPr b="1">
                <a:solidFill>
                  <a:schemeClr val="bg1"/>
                </a:solidFill>
              </a:defRPr>
            </a:lvl1pPr>
          </a:lstStyle>
          <a:p>
            <a:pPr lvl="0"/>
            <a:endParaRPr lang="en-GB"/>
          </a:p>
        </p:txBody>
      </p:sp>
      <p:sp>
        <p:nvSpPr>
          <p:cNvPr id="11" name="Text Placeholder 9"/>
          <p:cNvSpPr>
            <a:spLocks noGrp="1"/>
          </p:cNvSpPr>
          <p:nvPr>
            <p:ph type="body" sz="quarter" idx="13"/>
          </p:nvPr>
        </p:nvSpPr>
        <p:spPr>
          <a:xfrm>
            <a:off x="6196405" y="1137920"/>
            <a:ext cx="5390400" cy="640800"/>
          </a:xfrm>
          <a:prstGeom prst="rect">
            <a:avLst/>
          </a:prstGeom>
        </p:spPr>
        <p:txBody>
          <a:bodyPr anchor="t" anchorCtr="0"/>
          <a:lstStyle>
            <a:lvl1pPr>
              <a:buNone/>
              <a:defRPr b="1">
                <a:solidFill>
                  <a:schemeClr val="bg1"/>
                </a:solidFill>
              </a:defRPr>
            </a:lvl1pPr>
          </a:lstStyle>
          <a:p>
            <a:pPr lvl="0"/>
            <a:endParaRPr lang="en-GB"/>
          </a:p>
        </p:txBody>
      </p:sp>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p>
        </p:txBody>
      </p:sp>
      <p:sp>
        <p:nvSpPr>
          <p:cNvPr id="14" name="Line 10">
            <a:extLst>
              <a:ext uri="{FF2B5EF4-FFF2-40B4-BE49-F238E27FC236}">
                <a16:creationId xmlns="" xmlns:a16="http://schemas.microsoft.com/office/drawing/2014/main" id="{9773E7D9-2434-4381-A00D-27B62C086733}"/>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Tree>
    <p:extLst>
      <p:ext uri="{BB962C8B-B14F-4D97-AF65-F5344CB8AC3E}">
        <p14:creationId xmlns:p14="http://schemas.microsoft.com/office/powerpoint/2010/main" val="20767547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2_Key statem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491747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2_Focused data">
    <p:spTree>
      <p:nvGrpSpPr>
        <p:cNvPr id="1" name=""/>
        <p:cNvGrpSpPr/>
        <p:nvPr/>
      </p:nvGrpSpPr>
      <p:grpSpPr>
        <a:xfrm>
          <a:off x="0" y="0"/>
          <a:ext cx="0" cy="0"/>
          <a:chOff x="0" y="0"/>
          <a:chExt cx="0" cy="0"/>
        </a:xfrm>
      </p:grpSpPr>
    </p:spTree>
    <p:extLst>
      <p:ext uri="{BB962C8B-B14F-4D97-AF65-F5344CB8AC3E}">
        <p14:creationId xmlns:p14="http://schemas.microsoft.com/office/powerpoint/2010/main" val="79216883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2_Divid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1564903"/>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Divider 3">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0937935"/>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_Empty">
    <p:spTree>
      <p:nvGrpSpPr>
        <p:cNvPr id="1" name=""/>
        <p:cNvGrpSpPr/>
        <p:nvPr/>
      </p:nvGrpSpPr>
      <p:grpSpPr>
        <a:xfrm>
          <a:off x="0" y="0"/>
          <a:ext cx="0" cy="0"/>
          <a:chOff x="0" y="0"/>
          <a:chExt cx="0" cy="0"/>
        </a:xfrm>
      </p:grpSpPr>
      <p:sp>
        <p:nvSpPr>
          <p:cNvPr id="3" name="Media Placeholder 2">
            <a:extLst>
              <a:ext uri="{FF2B5EF4-FFF2-40B4-BE49-F238E27FC236}">
                <a16:creationId xmlns="" xmlns:a16="http://schemas.microsoft.com/office/drawing/2014/main" id="{0052CFA6-7CF5-41BD-9D94-2D0DAE108428}"/>
              </a:ext>
            </a:extLst>
          </p:cNvPr>
          <p:cNvSpPr>
            <a:spLocks noGrp="1"/>
          </p:cNvSpPr>
          <p:nvPr>
            <p:ph type="media" sz="quarter" idx="10" hasCustomPrompt="1"/>
          </p:nvPr>
        </p:nvSpPr>
        <p:spPr>
          <a:xfrm>
            <a:off x="0" y="0"/>
            <a:ext cx="12192000" cy="6858000"/>
          </a:xfrm>
          <a:prstGeom prst="rect">
            <a:avLst/>
          </a:prstGeom>
        </p:spPr>
        <p:txBody>
          <a:bodyPr anchor="ctr"/>
          <a:lstStyle>
            <a:lvl1pPr marL="0" indent="0" algn="ctr">
              <a:buNone/>
              <a:defRPr/>
            </a:lvl1pPr>
          </a:lstStyle>
          <a:p>
            <a:r>
              <a:rPr lang="en-IN"/>
              <a:t>Video</a:t>
            </a:r>
          </a:p>
        </p:txBody>
      </p:sp>
    </p:spTree>
    <p:extLst>
      <p:ext uri="{BB962C8B-B14F-4D97-AF65-F5344CB8AC3E}">
        <p14:creationId xmlns:p14="http://schemas.microsoft.com/office/powerpoint/2010/main" val="269180163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5_Title only">
    <p:spTree>
      <p:nvGrpSpPr>
        <p:cNvPr id="1" name=""/>
        <p:cNvGrpSpPr/>
        <p:nvPr/>
      </p:nvGrpSpPr>
      <p:grpSpPr>
        <a:xfrm>
          <a:off x="0" y="0"/>
          <a:ext cx="0" cy="0"/>
          <a:chOff x="0" y="0"/>
          <a:chExt cx="0" cy="0"/>
        </a:xfrm>
      </p:grpSpPr>
      <p:sp>
        <p:nvSpPr>
          <p:cNvPr id="7" name="Line 10"/>
          <p:cNvSpPr>
            <a:spLocks noChangeShapeType="1"/>
          </p:cNvSpPr>
          <p:nvPr userDrawn="1"/>
        </p:nvSpPr>
        <p:spPr bwMode="auto">
          <a:xfrm>
            <a:off x="609601" y="1044000"/>
            <a:ext cx="109728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latin typeface="+mn-lt"/>
              <a:cs typeface="Arial" pitchFamily="34" charset="0"/>
            </a:endParaRPr>
          </a:p>
        </p:txBody>
      </p:sp>
      <p:sp>
        <p:nvSpPr>
          <p:cNvPr id="6" name="Title 5"/>
          <p:cNvSpPr>
            <a:spLocks noGrp="1"/>
          </p:cNvSpPr>
          <p:nvPr>
            <p:ph type="title"/>
          </p:nvPr>
        </p:nvSpPr>
        <p:spPr>
          <a:xfrm>
            <a:off x="0" y="2076699"/>
            <a:ext cx="10977034" cy="8604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9085658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userDrawn="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1" y="201600"/>
            <a:ext cx="10972800" cy="419088"/>
          </a:xfrm>
        </p:spPr>
        <p:txBody>
          <a:bodyPr/>
          <a:lstStyle>
            <a:lvl1pPr>
              <a:defRPr>
                <a:solidFill>
                  <a:srgbClr val="646464"/>
                </a:solidFill>
              </a:defRPr>
            </a:lvl1pPr>
          </a:lstStyle>
          <a:p>
            <a:r>
              <a:rPr lang="en-US"/>
              <a:t>Click to edit Master title style</a:t>
            </a:r>
            <a:endParaRPr lang="en-GB"/>
          </a:p>
        </p:txBody>
      </p:sp>
      <p:sp>
        <p:nvSpPr>
          <p:cNvPr id="7" name="Line 10"/>
          <p:cNvSpPr>
            <a:spLocks noChangeShapeType="1"/>
          </p:cNvSpPr>
          <p:nvPr userDrawn="1"/>
        </p:nvSpPr>
        <p:spPr bwMode="auto">
          <a:xfrm>
            <a:off x="609601" y="1044000"/>
            <a:ext cx="10972800"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a:solidFill>
                <a:srgbClr val="646464"/>
              </a:solidFill>
            </a:endParaRPr>
          </a:p>
        </p:txBody>
      </p:sp>
      <p:sp>
        <p:nvSpPr>
          <p:cNvPr id="10" name="Text Placeholder 10"/>
          <p:cNvSpPr>
            <a:spLocks noGrp="1"/>
          </p:cNvSpPr>
          <p:nvPr>
            <p:ph type="body" sz="quarter" idx="11"/>
          </p:nvPr>
        </p:nvSpPr>
        <p:spPr>
          <a:xfrm>
            <a:off x="609601" y="566087"/>
            <a:ext cx="10972800" cy="442800"/>
          </a:xfrm>
          <a:prstGeom prst="rect">
            <a:avLst/>
          </a:prstGeom>
        </p:spPr>
        <p:txBody>
          <a:bodyPr/>
          <a:lstStyle>
            <a:lvl1pPr marL="0" indent="0">
              <a:buNone/>
              <a:defRPr sz="2199">
                <a:latin typeface="+mj-lt"/>
              </a:defRPr>
            </a:lvl1pPr>
          </a:lstStyle>
          <a:p>
            <a:pPr lvl="0"/>
            <a:r>
              <a:rPr lang="en-US"/>
              <a:t>Click to edit Master</a:t>
            </a:r>
            <a:endParaRPr lang="en-IN"/>
          </a:p>
        </p:txBody>
      </p:sp>
    </p:spTree>
    <p:extLst>
      <p:ext uri="{BB962C8B-B14F-4D97-AF65-F5344CB8AC3E}">
        <p14:creationId xmlns:p14="http://schemas.microsoft.com/office/powerpoint/2010/main" val="2823005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slideLayout" Target="../slideLayouts/slideLayout55.xml"/><Relationship Id="rId47" Type="http://schemas.openxmlformats.org/officeDocument/2006/relationships/slideLayout" Target="../slideLayouts/slideLayout60.xml"/><Relationship Id="rId50" Type="http://schemas.openxmlformats.org/officeDocument/2006/relationships/slideLayout" Target="../slideLayouts/slideLayout63.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 Id="rId46" Type="http://schemas.openxmlformats.org/officeDocument/2006/relationships/slideLayout" Target="../slideLayouts/slideLayout59.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29" Type="http://schemas.openxmlformats.org/officeDocument/2006/relationships/slideLayout" Target="../slideLayouts/slideLayout42.xml"/><Relationship Id="rId41" Type="http://schemas.openxmlformats.org/officeDocument/2006/relationships/slideLayout" Target="../slideLayouts/slideLayout54.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45" Type="http://schemas.openxmlformats.org/officeDocument/2006/relationships/slideLayout" Target="../slideLayouts/slideLayout58.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49" Type="http://schemas.openxmlformats.org/officeDocument/2006/relationships/slideLayout" Target="../slideLayouts/slideLayout62.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4" Type="http://schemas.openxmlformats.org/officeDocument/2006/relationships/slideLayout" Target="../slideLayouts/slideLayout57.xml"/><Relationship Id="rId52" Type="http://schemas.openxmlformats.org/officeDocument/2006/relationships/theme" Target="../theme/theme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43" Type="http://schemas.openxmlformats.org/officeDocument/2006/relationships/slideLayout" Target="../slideLayouts/slideLayout56.xml"/><Relationship Id="rId48" Type="http://schemas.openxmlformats.org/officeDocument/2006/relationships/slideLayout" Target="../slideLayouts/slideLayout61.xml"/><Relationship Id="rId8" Type="http://schemas.openxmlformats.org/officeDocument/2006/relationships/slideLayout" Target="../slideLayouts/slideLayout21.xml"/><Relationship Id="rId51"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1C133036-7FA1-49E9-B58F-4B733F6947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BAA08181-823A-4CEE-A00F-90CCEA37AD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7A8BB3B-15B1-4D47-B73E-3E501F3FE1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026D08-99ED-48A7-B787-D595C5ED8654}" type="datetimeFigureOut">
              <a:rPr lang="en-IN" smtClean="0"/>
              <a:t>14-02-2026</a:t>
            </a:fld>
            <a:endParaRPr lang="en-IN"/>
          </a:p>
        </p:txBody>
      </p:sp>
      <p:sp>
        <p:nvSpPr>
          <p:cNvPr id="5" name="Footer Placeholder 4">
            <a:extLst>
              <a:ext uri="{FF2B5EF4-FFF2-40B4-BE49-F238E27FC236}">
                <a16:creationId xmlns="" xmlns:a16="http://schemas.microsoft.com/office/drawing/2014/main" id="{E4D56DE5-49E3-44A2-B329-C6EEADAC26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BC41C304-AA13-4D47-80F2-7350365F9C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4AB65F-F49C-444B-BD26-D6DDA86AEAAB}" type="slidenum">
              <a:rPr lang="en-IN" smtClean="0"/>
              <a:t>‹#›</a:t>
            </a:fld>
            <a:endParaRPr lang="en-IN"/>
          </a:p>
        </p:txBody>
      </p:sp>
    </p:spTree>
    <p:extLst>
      <p:ext uri="{BB962C8B-B14F-4D97-AF65-F5344CB8AC3E}">
        <p14:creationId xmlns:p14="http://schemas.microsoft.com/office/powerpoint/2010/main" val="3543994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294200"/>
            <a:ext cx="10972800" cy="590880"/>
          </a:xfrm>
          <a:prstGeom prst="rect">
            <a:avLst/>
          </a:prstGeom>
        </p:spPr>
        <p:txBody>
          <a:bodyPr vert="horz" lIns="0" tIns="0" rIns="0" bIns="0" rtlCol="0" anchor="t" anchorCtr="0">
            <a:noAutofit/>
          </a:bodyPr>
          <a:lstStyle/>
          <a:p>
            <a:r>
              <a:rPr lang="en-US"/>
              <a:t>Click to edit Master title style</a:t>
            </a:r>
            <a:endParaRPr lang="en-GB"/>
          </a:p>
        </p:txBody>
      </p:sp>
    </p:spTree>
    <p:extLst>
      <p:ext uri="{BB962C8B-B14F-4D97-AF65-F5344CB8AC3E}">
        <p14:creationId xmlns:p14="http://schemas.microsoft.com/office/powerpoint/2010/main" val="129573173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2" r:id="rId29"/>
    <p:sldLayoutId id="2147483693" r:id="rId30"/>
    <p:sldLayoutId id="2147483694" r:id="rId31"/>
    <p:sldLayoutId id="2147483695" r:id="rId32"/>
    <p:sldLayoutId id="2147483696" r:id="rId33"/>
    <p:sldLayoutId id="2147483697" r:id="rId34"/>
    <p:sldLayoutId id="2147483698" r:id="rId35"/>
    <p:sldLayoutId id="2147483699" r:id="rId36"/>
    <p:sldLayoutId id="2147483700" r:id="rId37"/>
    <p:sldLayoutId id="2147483701" r:id="rId38"/>
    <p:sldLayoutId id="2147483702" r:id="rId39"/>
    <p:sldLayoutId id="2147483703" r:id="rId40"/>
    <p:sldLayoutId id="2147483704" r:id="rId41"/>
    <p:sldLayoutId id="2147483705" r:id="rId42"/>
    <p:sldLayoutId id="2147483706" r:id="rId43"/>
    <p:sldLayoutId id="2147483707" r:id="rId44"/>
    <p:sldLayoutId id="2147483708" r:id="rId45"/>
    <p:sldLayoutId id="2147483709" r:id="rId46"/>
    <p:sldLayoutId id="2147483710" r:id="rId47"/>
    <p:sldLayoutId id="2147483711" r:id="rId48"/>
    <p:sldLayoutId id="2147483712" r:id="rId49"/>
    <p:sldLayoutId id="2147483713" r:id="rId50"/>
    <p:sldLayoutId id="2147483714" r:id="rId51"/>
  </p:sldLayoutIdLst>
  <p:hf sldNum="0" hdr="0" ftr="0" dt="0"/>
  <p:txStyles>
    <p:titleStyle>
      <a:lvl1pPr algn="l" defTabSz="913943" rtl="0" eaLnBrk="1" latinLnBrk="0" hangingPunct="1">
        <a:lnSpc>
          <a:spcPct val="85000"/>
        </a:lnSpc>
        <a:spcBef>
          <a:spcPct val="0"/>
        </a:spcBef>
        <a:buNone/>
        <a:defRPr sz="2399" b="0" kern="1200">
          <a:solidFill>
            <a:schemeClr val="bg1"/>
          </a:solidFill>
          <a:latin typeface="EYInterstate Light" panose="02000506000000020004" pitchFamily="2" charset="0"/>
          <a:ea typeface="+mj-ea"/>
          <a:cs typeface="Arial" pitchFamily="34" charset="0"/>
        </a:defRPr>
      </a:lvl1pPr>
    </p:titleStyle>
    <p:bodyStyle>
      <a:lvl1pPr marL="356438" indent="-356438" algn="l" defTabSz="913943" rtl="0" eaLnBrk="1" latinLnBrk="0" hangingPunct="1">
        <a:spcBef>
          <a:spcPct val="20000"/>
        </a:spcBef>
        <a:buClr>
          <a:schemeClr val="tx2"/>
        </a:buClr>
        <a:buSzPct val="70000"/>
        <a:buFont typeface="Arial" pitchFamily="34" charset="0"/>
        <a:buChar char="►"/>
        <a:defRPr sz="1999" kern="1200">
          <a:solidFill>
            <a:schemeClr val="bg1"/>
          </a:solidFill>
          <a:latin typeface="EYInterstate Light" panose="02000506000000020004" pitchFamily="2" charset="0"/>
          <a:ea typeface="+mn-ea"/>
          <a:cs typeface="+mn-cs"/>
        </a:defRPr>
      </a:lvl1pPr>
      <a:lvl2pPr marL="712875" indent="-356438" algn="l" defTabSz="913943" rtl="0" eaLnBrk="1" latinLnBrk="0" hangingPunct="1">
        <a:spcBef>
          <a:spcPct val="20000"/>
        </a:spcBef>
        <a:buClr>
          <a:schemeClr val="tx2"/>
        </a:buClr>
        <a:buSzPct val="70000"/>
        <a:buFont typeface="Arial" pitchFamily="34" charset="0"/>
        <a:buChar char="►"/>
        <a:defRPr sz="1799" kern="1200">
          <a:solidFill>
            <a:schemeClr val="bg1"/>
          </a:solidFill>
          <a:latin typeface="EYInterstate Light" panose="02000506000000020004" pitchFamily="2" charset="0"/>
          <a:ea typeface="+mn-ea"/>
          <a:cs typeface="+mn-cs"/>
        </a:defRPr>
      </a:lvl2pPr>
      <a:lvl3pPr marL="1069313" indent="-356438" algn="l" defTabSz="913943" rtl="0" eaLnBrk="1" latinLnBrk="0" hangingPunct="1">
        <a:spcBef>
          <a:spcPct val="20000"/>
        </a:spcBef>
        <a:buClr>
          <a:schemeClr val="tx2"/>
        </a:buClr>
        <a:buSzPct val="70000"/>
        <a:buFont typeface="Arial" pitchFamily="34" charset="0"/>
        <a:buChar char="►"/>
        <a:defRPr sz="1599" kern="1200">
          <a:solidFill>
            <a:schemeClr val="bg1"/>
          </a:solidFill>
          <a:latin typeface="EYInterstate Light" panose="02000506000000020004" pitchFamily="2" charset="0"/>
          <a:ea typeface="+mn-ea"/>
          <a:cs typeface="+mn-cs"/>
        </a:defRPr>
      </a:lvl3pPr>
      <a:lvl4pPr marL="1425751" indent="-356438" algn="l" defTabSz="913943" rtl="0" eaLnBrk="1" latinLnBrk="0" hangingPunct="1">
        <a:spcBef>
          <a:spcPct val="20000"/>
        </a:spcBef>
        <a:buClr>
          <a:schemeClr val="tx2"/>
        </a:buClr>
        <a:buSzPct val="70000"/>
        <a:buFont typeface="Arial" pitchFamily="34" charset="0"/>
        <a:buChar char="►"/>
        <a:defRPr sz="1399" kern="1200">
          <a:solidFill>
            <a:schemeClr val="bg1"/>
          </a:solidFill>
          <a:latin typeface="EYInterstate Light" panose="02000506000000020004" pitchFamily="2" charset="0"/>
          <a:ea typeface="+mn-ea"/>
          <a:cs typeface="+mn-cs"/>
        </a:defRPr>
      </a:lvl4pPr>
      <a:lvl5pPr marL="1782188" indent="-356438" algn="l" defTabSz="913943" rtl="0" eaLnBrk="1" latinLnBrk="0" hangingPunct="1">
        <a:spcBef>
          <a:spcPct val="20000"/>
        </a:spcBef>
        <a:buClr>
          <a:schemeClr val="tx2"/>
        </a:buClr>
        <a:buSzPct val="70000"/>
        <a:buFont typeface="Arial" pitchFamily="34" charset="0"/>
        <a:buChar char="►"/>
        <a:defRPr sz="1199" kern="1200">
          <a:solidFill>
            <a:schemeClr val="bg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2">
          <p15:clr>
            <a:srgbClr val="F26B43"/>
          </p15:clr>
        </p15:guide>
        <p15:guide id="3" pos="384">
          <p15:clr>
            <a:srgbClr val="F26B43"/>
          </p15:clr>
        </p15:guide>
        <p15:guide id="4" pos="7302">
          <p15:clr>
            <a:srgbClr val="F26B43"/>
          </p15:clr>
        </p15:guide>
        <p15:guide id="5" orient="horz" pos="712">
          <p15:clr>
            <a:srgbClr val="F26B43"/>
          </p15:clr>
        </p15:guide>
        <p15:guide id="6" orient="horz" pos="3840">
          <p15:clr>
            <a:srgbClr val="F26B43"/>
          </p15:clr>
        </p15:guide>
        <p15:guide id="7" orient="horz" pos="4199">
          <p15:clr>
            <a:srgbClr val="F26B43"/>
          </p15:clr>
        </p15:guide>
        <p15:guide id="8" orient="horz" pos="173">
          <p15:clr>
            <a:srgbClr val="F26B43"/>
          </p15:clr>
        </p15:guide>
        <p15:guide id="9" orient="horz" pos="3995">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jpeg"/></Relationships>
</file>

<file path=ppt/slides/_rels/slide24.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 xmlns:a16="http://schemas.microsoft.com/office/drawing/2014/main" id="{CA96C46E-6463-44AD-AFFB-04470CC13A29}"/>
              </a:ext>
            </a:extLst>
          </p:cNvPr>
          <p:cNvGrpSpPr/>
          <p:nvPr/>
        </p:nvGrpSpPr>
        <p:grpSpPr>
          <a:xfrm>
            <a:off x="0" y="327786"/>
            <a:ext cx="12192000" cy="6576133"/>
            <a:chOff x="0" y="327786"/>
            <a:chExt cx="12192000" cy="6576133"/>
          </a:xfrm>
        </p:grpSpPr>
        <p:pic>
          <p:nvPicPr>
            <p:cNvPr id="6" name="Picture 5">
              <a:extLst>
                <a:ext uri="{FF2B5EF4-FFF2-40B4-BE49-F238E27FC236}">
                  <a16:creationId xmlns="" xmlns:a16="http://schemas.microsoft.com/office/drawing/2014/main" id="{94FFB007-A2AA-34C3-A264-1CBD77B91E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7936" y="1166377"/>
              <a:ext cx="5853363" cy="4262068"/>
            </a:xfrm>
            <a:prstGeom prst="rect">
              <a:avLst/>
            </a:prstGeom>
          </p:spPr>
        </p:pic>
        <p:pic>
          <p:nvPicPr>
            <p:cNvPr id="10" name="Picture 9">
              <a:extLst>
                <a:ext uri="{FF2B5EF4-FFF2-40B4-BE49-F238E27FC236}">
                  <a16:creationId xmlns="" xmlns:a16="http://schemas.microsoft.com/office/drawing/2014/main" id="{99331B4A-345B-2909-ECCD-C4B810A9552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0319" y="327786"/>
              <a:ext cx="830423" cy="833347"/>
            </a:xfrm>
            <a:prstGeom prst="rect">
              <a:avLst/>
            </a:prstGeom>
          </p:spPr>
        </p:pic>
        <p:pic>
          <p:nvPicPr>
            <p:cNvPr id="14" name="Picture 13">
              <a:extLst>
                <a:ext uri="{FF2B5EF4-FFF2-40B4-BE49-F238E27FC236}">
                  <a16:creationId xmlns="" xmlns:a16="http://schemas.microsoft.com/office/drawing/2014/main" id="{4941517C-C55A-FC5B-AB91-5BC45C83B9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49820" y="672613"/>
              <a:ext cx="1316830" cy="1859055"/>
            </a:xfrm>
            <a:prstGeom prst="rect">
              <a:avLst/>
            </a:prstGeom>
          </p:spPr>
        </p:pic>
        <p:pic>
          <p:nvPicPr>
            <p:cNvPr id="16" name="Graphic 15">
              <a:extLst>
                <a:ext uri="{FF2B5EF4-FFF2-40B4-BE49-F238E27FC236}">
                  <a16:creationId xmlns="" xmlns:a16="http://schemas.microsoft.com/office/drawing/2014/main" id="{718A0AB3-44A7-9EF3-AFD8-22D11AB57DF8}"/>
                </a:ext>
              </a:extLst>
            </p:cNvPr>
            <p:cNvPicPr>
              <a:picLocks noChangeAspect="1"/>
            </p:cNvPicPr>
            <p:nvPr/>
          </p:nvPicPr>
          <p:blipFill>
            <a:blip r:embed="rId6">
              <a:extLst>
                <a:ext uri="{96DAC541-7B7A-43D3-8B79-37D633B846F1}">
                  <asvg:svgBlip xmlns="" xmlns:asvg="http://schemas.microsoft.com/office/drawing/2016/SVG/main" r:embed="rId7"/>
                </a:ext>
              </a:extLst>
            </a:blip>
            <a:stretch>
              <a:fillRect/>
            </a:stretch>
          </p:blipFill>
          <p:spPr>
            <a:xfrm>
              <a:off x="0" y="5428445"/>
              <a:ext cx="12192000" cy="1475474"/>
            </a:xfrm>
            <a:prstGeom prst="rect">
              <a:avLst/>
            </a:prstGeom>
          </p:spPr>
        </p:pic>
        <p:pic>
          <p:nvPicPr>
            <p:cNvPr id="22" name="Picture 21">
              <a:extLst>
                <a:ext uri="{FF2B5EF4-FFF2-40B4-BE49-F238E27FC236}">
                  <a16:creationId xmlns="" xmlns:a16="http://schemas.microsoft.com/office/drawing/2014/main" id="{A8EE6956-9278-E5CE-1CC2-98BDB5EFDFE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56787" y="1493946"/>
              <a:ext cx="1410245" cy="4687051"/>
            </a:xfrm>
            <a:prstGeom prst="rect">
              <a:avLst/>
            </a:prstGeom>
          </p:spPr>
        </p:pic>
        <p:sp>
          <p:nvSpPr>
            <p:cNvPr id="3" name="Rectangle 2">
              <a:extLst>
                <a:ext uri="{FF2B5EF4-FFF2-40B4-BE49-F238E27FC236}">
                  <a16:creationId xmlns="" xmlns:a16="http://schemas.microsoft.com/office/drawing/2014/main" id="{B04C3EBF-320C-4FC4-92E7-4C75C9E4A50D}"/>
                </a:ext>
              </a:extLst>
            </p:cNvPr>
            <p:cNvSpPr/>
            <p:nvPr/>
          </p:nvSpPr>
          <p:spPr>
            <a:xfrm>
              <a:off x="7188374" y="3837471"/>
              <a:ext cx="4979318" cy="1446550"/>
            </a:xfrm>
            <a:prstGeom prst="rect">
              <a:avLst/>
            </a:prstGeom>
          </p:spPr>
          <p:txBody>
            <a:bodyPr wrap="square">
              <a:spAutoFit/>
            </a:bodyPr>
            <a:lstStyle/>
            <a:p>
              <a:pPr algn="ctr"/>
              <a:r>
                <a:rPr lang="en-IN" sz="2400" b="1" dirty="0">
                  <a:solidFill>
                    <a:schemeClr val="bg1"/>
                  </a:solidFill>
                  <a:effectLst>
                    <a:outerShdw blurRad="38100" dist="38100" dir="2700000" algn="tl">
                      <a:srgbClr val="000000">
                        <a:alpha val="43137"/>
                      </a:srgbClr>
                    </a:outerShdw>
                  </a:effectLst>
                  <a:latin typeface="Calibri" panose="020F0502020204030204" pitchFamily="34" charset="0"/>
                  <a:cs typeface="Mangal" panose="02040503050203030202" pitchFamily="18" charset="0"/>
                </a:rPr>
                <a:t>Digital Project Monitoring Application</a:t>
              </a:r>
            </a:p>
            <a:p>
              <a:pPr algn="ctr"/>
              <a:r>
                <a:rPr lang="en-IN" sz="3200" b="1" dirty="0">
                  <a:solidFill>
                    <a:schemeClr val="bg1"/>
                  </a:solidFill>
                  <a:effectLst>
                    <a:outerShdw blurRad="38100" dist="38100" dir="2700000" algn="tl">
                      <a:srgbClr val="000000">
                        <a:alpha val="43137"/>
                      </a:srgbClr>
                    </a:outerShdw>
                  </a:effectLst>
                  <a:latin typeface="Calibri" panose="020F0502020204030204" pitchFamily="34" charset="0"/>
                  <a:cs typeface="Mangal" panose="02040503050203030202" pitchFamily="18" charset="0"/>
                </a:rPr>
                <a:t>“Jal Rekha”</a:t>
              </a:r>
            </a:p>
            <a:p>
              <a:pPr algn="ctr"/>
              <a:r>
                <a:rPr lang="en-IN" sz="3200" b="1" dirty="0">
                  <a:solidFill>
                    <a:schemeClr val="bg1"/>
                  </a:solidFill>
                  <a:effectLst>
                    <a:outerShdw blurRad="38100" dist="38100" dir="2700000" algn="tl">
                      <a:srgbClr val="000000">
                        <a:alpha val="43137"/>
                      </a:srgbClr>
                    </a:outerShdw>
                  </a:effectLst>
                  <a:latin typeface="Calibri" panose="020F0502020204030204" pitchFamily="34" charset="0"/>
                  <a:cs typeface="Mangal" panose="02040503050203030202" pitchFamily="18" charset="0"/>
                </a:rPr>
                <a:t>August </a:t>
              </a:r>
              <a:r>
                <a:rPr lang="en-IN" sz="3200" b="1" dirty="0" smtClean="0">
                  <a:solidFill>
                    <a:schemeClr val="bg1"/>
                  </a:solidFill>
                  <a:effectLst>
                    <a:outerShdw blurRad="38100" dist="38100" dir="2700000" algn="tl">
                      <a:srgbClr val="000000">
                        <a:alpha val="43137"/>
                      </a:srgbClr>
                    </a:outerShdw>
                  </a:effectLst>
                  <a:latin typeface="Calibri" panose="020F0502020204030204" pitchFamily="34" charset="0"/>
                  <a:cs typeface="Mangal" panose="02040503050203030202" pitchFamily="18" charset="0"/>
                </a:rPr>
                <a:t>2025</a:t>
              </a:r>
              <a:endParaRPr lang="en-IN" sz="3200" b="1" dirty="0">
                <a:solidFill>
                  <a:schemeClr val="bg1"/>
                </a:solidFill>
                <a:effectLst>
                  <a:outerShdw blurRad="38100" dist="38100" dir="2700000" algn="tl">
                    <a:srgbClr val="000000">
                      <a:alpha val="43137"/>
                    </a:srgbClr>
                  </a:outerShdw>
                </a:effectLst>
                <a:latin typeface="Calibri" panose="020F0502020204030204" pitchFamily="34" charset="0"/>
                <a:cs typeface="Mangal" panose="02040503050203030202" pitchFamily="18" charset="0"/>
              </a:endParaRPr>
            </a:p>
          </p:txBody>
        </p:sp>
      </p:grpSp>
    </p:spTree>
    <p:extLst>
      <p:ext uri="{BB962C8B-B14F-4D97-AF65-F5344CB8AC3E}">
        <p14:creationId xmlns:p14="http://schemas.microsoft.com/office/powerpoint/2010/main" val="3110451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3" name="Google Shape;543;p70"/>
          <p:cNvSpPr txBox="1"/>
          <p:nvPr/>
        </p:nvSpPr>
        <p:spPr>
          <a:xfrm>
            <a:off x="351605" y="542169"/>
            <a:ext cx="11613972" cy="2431380"/>
          </a:xfrm>
          <a:prstGeom prst="rect">
            <a:avLst/>
          </a:prstGeom>
          <a:noFill/>
          <a:ln>
            <a:noFill/>
          </a:ln>
        </p:spPr>
        <p:txBody>
          <a:bodyPr spcFirstLastPara="1" wrap="square" lIns="121900" tIns="60933" rIns="121900" bIns="60933" anchor="ctr" anchorCtr="0">
            <a:spAutoFit/>
          </a:bodyPr>
          <a:lstStyle/>
          <a:p>
            <a:pPr marL="342900" indent="-342900" algn="just">
              <a:spcAft>
                <a:spcPts val="1800"/>
              </a:spcAft>
              <a:buClr>
                <a:srgbClr val="000000"/>
              </a:buClr>
              <a:buSzPct val="100000"/>
              <a:buFont typeface="Wingdings" panose="05000000000000000000" pitchFamily="2" charset="2"/>
              <a:buChar char="§"/>
            </a:pPr>
            <a:r>
              <a:rPr lang="en-US" sz="2000" b="1" i="1" dirty="0">
                <a:solidFill>
                  <a:srgbClr val="00B0F0"/>
                </a:solidFill>
                <a:latin typeface="Segoe UI" panose="020B0502040204020203" pitchFamily="34" charset="0"/>
                <a:ea typeface="Calibri" panose="020F0502020204030204" pitchFamily="34" charset="0"/>
                <a:cs typeface="Segoe UI" panose="020B0502040204020203" pitchFamily="34" charset="0"/>
              </a:rPr>
              <a:t>“Jal Rekha” </a:t>
            </a:r>
            <a:r>
              <a:rPr lang="en-US" sz="2000" dirty="0">
                <a:latin typeface="Segoe UI" panose="020B0502040204020203" pitchFamily="34" charset="0"/>
                <a:ea typeface="Calibri" panose="020F0502020204030204" pitchFamily="34" charset="0"/>
                <a:cs typeface="Segoe UI" panose="020B0502040204020203" pitchFamily="34" charset="0"/>
              </a:rPr>
              <a:t>is a GIS based tool which can be easily accessible via android &amp; web application to monitor and management of the progress in MVS (Multi Village Water Supply Schemes) under JJM in Madhya Pradesh.</a:t>
            </a:r>
          </a:p>
          <a:p>
            <a:pPr marL="342900" indent="-342900" algn="just">
              <a:spcAft>
                <a:spcPts val="1800"/>
              </a:spcAft>
              <a:buClr>
                <a:srgbClr val="000000"/>
              </a:buClr>
              <a:buSzPct val="100000"/>
              <a:buFont typeface="Wingdings" panose="05000000000000000000" pitchFamily="2" charset="2"/>
              <a:buChar char="§"/>
            </a:pPr>
            <a:r>
              <a:rPr lang="en-US" sz="2000" dirty="0">
                <a:latin typeface="Segoe UI" panose="020B0502040204020203" pitchFamily="34" charset="0"/>
                <a:ea typeface="Calibri" panose="020F0502020204030204" pitchFamily="34" charset="0"/>
                <a:cs typeface="Segoe UI" panose="020B0502040204020203" pitchFamily="34" charset="0"/>
              </a:rPr>
              <a:t>Information about the MVS assets (Intake Well, WTP &amp; Supply lines) constructed over the ground are geo-tagged in Jal Rekha application and these were also successfully uploaded over the </a:t>
            </a:r>
            <a:r>
              <a:rPr lang="en-US" sz="2000" b="1" dirty="0">
                <a:latin typeface="Segoe UI" panose="020B0502040204020203" pitchFamily="34" charset="0"/>
                <a:ea typeface="Calibri" panose="020F0502020204030204" pitchFamily="34" charset="0"/>
                <a:cs typeface="Segoe UI" panose="020B0502040204020203" pitchFamily="34" charset="0"/>
              </a:rPr>
              <a:t>PM- </a:t>
            </a:r>
            <a:r>
              <a:rPr lang="en-US" sz="2000" b="1" dirty="0" err="1">
                <a:latin typeface="Segoe UI" panose="020B0502040204020203" pitchFamily="34" charset="0"/>
                <a:ea typeface="Calibri" panose="020F0502020204030204" pitchFamily="34" charset="0"/>
                <a:cs typeface="Segoe UI" panose="020B0502040204020203" pitchFamily="34" charset="0"/>
              </a:rPr>
              <a:t>Gati</a:t>
            </a:r>
            <a:r>
              <a:rPr lang="en-US" sz="2000" b="1" dirty="0">
                <a:latin typeface="Segoe UI" panose="020B0502040204020203" pitchFamily="34" charset="0"/>
                <a:ea typeface="Calibri" panose="020F0502020204030204" pitchFamily="34" charset="0"/>
                <a:cs typeface="Segoe UI" panose="020B0502040204020203" pitchFamily="34" charset="0"/>
              </a:rPr>
              <a:t> Shakti</a:t>
            </a:r>
            <a:r>
              <a:rPr lang="en-US" sz="2000" dirty="0">
                <a:latin typeface="Segoe UI" panose="020B0502040204020203" pitchFamily="34" charset="0"/>
                <a:ea typeface="Calibri" panose="020F0502020204030204" pitchFamily="34" charset="0"/>
                <a:cs typeface="Segoe UI" panose="020B0502040204020203" pitchFamily="34" charset="0"/>
              </a:rPr>
              <a:t> portal through an API.</a:t>
            </a:r>
          </a:p>
        </p:txBody>
      </p:sp>
      <p:sp>
        <p:nvSpPr>
          <p:cNvPr id="3" name="Rectangle 2">
            <a:extLst>
              <a:ext uri="{FF2B5EF4-FFF2-40B4-BE49-F238E27FC236}">
                <a16:creationId xmlns="" xmlns:a16="http://schemas.microsoft.com/office/drawing/2014/main" id="{445652DA-06AC-E940-6008-FAED21F89AA6}"/>
              </a:ext>
            </a:extLst>
          </p:cNvPr>
          <p:cNvSpPr>
            <a:spLocks noChangeArrowheads="1"/>
          </p:cNvSpPr>
          <p:nvPr/>
        </p:nvSpPr>
        <p:spPr bwMode="auto">
          <a:xfrm>
            <a:off x="0" y="359"/>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mn-lt"/>
              </a:rPr>
              <a:t>Digital Project </a:t>
            </a:r>
            <a:r>
              <a:rPr lang="en-IN" sz="3200" b="1" dirty="0">
                <a:latin typeface="Times New Roman" panose="02020603050405020304" pitchFamily="18" charset="0"/>
                <a:cs typeface="Times New Roman" panose="02020603050405020304" pitchFamily="18" charset="0"/>
              </a:rPr>
              <a:t>Management</a:t>
            </a:r>
            <a:r>
              <a:rPr lang="en-IN" sz="3200" b="1" dirty="0">
                <a:latin typeface="+mn-lt"/>
              </a:rPr>
              <a:t> - Jal Rekha</a:t>
            </a:r>
          </a:p>
        </p:txBody>
      </p:sp>
      <p:pic>
        <p:nvPicPr>
          <p:cNvPr id="5" name="Picture 4" descr="A screenshot of a computer&#10;&#10;Description automatically generated">
            <a:extLst>
              <a:ext uri="{FF2B5EF4-FFF2-40B4-BE49-F238E27FC236}">
                <a16:creationId xmlns="" xmlns:a16="http://schemas.microsoft.com/office/drawing/2014/main" id="{2D4780A0-0C8C-FEBB-B3E6-1B83C703CE32}"/>
              </a:ext>
            </a:extLst>
          </p:cNvPr>
          <p:cNvPicPr>
            <a:picLocks noChangeAspect="1"/>
          </p:cNvPicPr>
          <p:nvPr/>
        </p:nvPicPr>
        <p:blipFill>
          <a:blip r:embed="rId3">
            <a:extLst>
              <a:ext uri="{28A0092B-C50C-407E-A947-70E740481C1C}">
                <a14:useLocalDpi xmlns:a14="http://schemas.microsoft.com/office/drawing/2010/main" val="0"/>
              </a:ext>
            </a:extLst>
          </a:blip>
          <a:srcRect l="16015" t="11746" b="7142"/>
          <a:stretch/>
        </p:blipFill>
        <p:spPr>
          <a:xfrm>
            <a:off x="6158591" y="2731761"/>
            <a:ext cx="5377543" cy="33765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 xmlns:a16="http://schemas.microsoft.com/office/drawing/2014/main" id="{6F409F97-CAAF-A4C3-6891-0CB4ABE6E5AE}"/>
              </a:ext>
            </a:extLst>
          </p:cNvPr>
          <p:cNvPicPr>
            <a:picLocks noChangeAspect="1"/>
          </p:cNvPicPr>
          <p:nvPr/>
        </p:nvPicPr>
        <p:blipFill>
          <a:blip r:embed="rId4"/>
          <a:srcRect l="42411" t="40635" r="21607" b="11904"/>
          <a:stretch/>
        </p:blipFill>
        <p:spPr>
          <a:xfrm>
            <a:off x="587828" y="2760042"/>
            <a:ext cx="5277396" cy="33765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04791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a:extLst>
              <a:ext uri="{FF2B5EF4-FFF2-40B4-BE49-F238E27FC236}">
                <a16:creationId xmlns="" xmlns:a16="http://schemas.microsoft.com/office/drawing/2014/main" id="{20231A35-AF74-4AE0-EFB0-6746015A619B}"/>
              </a:ext>
            </a:extLst>
          </p:cNvPr>
          <p:cNvSpPr>
            <a:spLocks noChangeArrowheads="1"/>
          </p:cNvSpPr>
          <p:nvPr/>
        </p:nvSpPr>
        <p:spPr bwMode="auto">
          <a:xfrm>
            <a:off x="0" y="-3"/>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sz="3200" b="1" dirty="0">
                <a:latin typeface="Times New Roman" panose="02020603050405020304" pitchFamily="18" charset="0"/>
                <a:cs typeface="Times New Roman" panose="02020603050405020304" pitchFamily="18" charset="0"/>
              </a:rPr>
              <a:t> Jal Rekha</a:t>
            </a:r>
            <a:endParaRPr lang="en-IN" sz="3200" b="1" dirty="0">
              <a:latin typeface="Times New Roman" panose="02020603050405020304" pitchFamily="18" charset="0"/>
              <a:cs typeface="Times New Roman" panose="02020603050405020304" pitchFamily="18" charset="0"/>
            </a:endParaRPr>
          </a:p>
        </p:txBody>
      </p:sp>
      <p:sp>
        <p:nvSpPr>
          <p:cNvPr id="2" name="Google Shape;543;p70">
            <a:extLst>
              <a:ext uri="{FF2B5EF4-FFF2-40B4-BE49-F238E27FC236}">
                <a16:creationId xmlns="" xmlns:a16="http://schemas.microsoft.com/office/drawing/2014/main" id="{879FD0F4-EC95-FDFB-F0A3-774B958129C0}"/>
              </a:ext>
            </a:extLst>
          </p:cNvPr>
          <p:cNvSpPr txBox="1"/>
          <p:nvPr/>
        </p:nvSpPr>
        <p:spPr>
          <a:xfrm>
            <a:off x="289014" y="1081673"/>
            <a:ext cx="11613972" cy="5293702"/>
          </a:xfrm>
          <a:prstGeom prst="rect">
            <a:avLst/>
          </a:prstGeom>
          <a:noFill/>
          <a:ln>
            <a:noFill/>
          </a:ln>
        </p:spPr>
        <p:txBody>
          <a:bodyPr spcFirstLastPara="1" wrap="square" lIns="121900" tIns="60933" rIns="121900" bIns="60933" anchor="ctr" anchorCtr="0">
            <a:spAutoFit/>
          </a:bodyPr>
          <a:lstStyle/>
          <a:p>
            <a:pPr marL="457200" indent="-457200" algn="just">
              <a:lnSpc>
                <a:spcPct val="120000"/>
              </a:lnSpc>
              <a:spcAft>
                <a:spcPts val="36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Precise Asset Tracking </a:t>
            </a:r>
            <a:r>
              <a:rPr lang="en-US" sz="2000" dirty="0">
                <a:latin typeface="Segoe UI" panose="020B0502040204020203" pitchFamily="34" charset="0"/>
                <a:ea typeface="Calibri" panose="020F0502020204030204" pitchFamily="34" charset="0"/>
                <a:cs typeface="Segoe UI" panose="020B0502040204020203" pitchFamily="34" charset="0"/>
              </a:rPr>
              <a:t>: Real time location tracking of assets installed and parallel visual comparison with approved designs.</a:t>
            </a:r>
          </a:p>
          <a:p>
            <a:pPr marL="457200" indent="-457200" algn="just">
              <a:lnSpc>
                <a:spcPct val="120000"/>
              </a:lnSpc>
              <a:spcAft>
                <a:spcPts val="36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Ingenious Quality Assurance</a:t>
            </a:r>
            <a:r>
              <a:rPr lang="en-US" sz="2000" dirty="0">
                <a:latin typeface="Segoe UI" panose="020B0502040204020203" pitchFamily="34" charset="0"/>
                <a:ea typeface="Calibri" panose="020F0502020204030204" pitchFamily="34" charset="0"/>
                <a:cs typeface="Segoe UI" panose="020B0502040204020203" pitchFamily="34" charset="0"/>
              </a:rPr>
              <a:t>: Reduce time consumption in inspection procedures and improved work quality through categorized inspections.</a:t>
            </a:r>
          </a:p>
          <a:p>
            <a:pPr marL="457200" indent="-457200" algn="just">
              <a:lnSpc>
                <a:spcPct val="120000"/>
              </a:lnSpc>
              <a:spcAft>
                <a:spcPts val="36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Advance Decision Making </a:t>
            </a:r>
            <a:r>
              <a:rPr lang="en-US" sz="2000" dirty="0">
                <a:latin typeface="Segoe UI" panose="020B0502040204020203" pitchFamily="34" charset="0"/>
                <a:ea typeface="Calibri" panose="020F0502020204030204" pitchFamily="34" charset="0"/>
                <a:cs typeface="Segoe UI" panose="020B0502040204020203" pitchFamily="34" charset="0"/>
              </a:rPr>
              <a:t>: Weekly publishing of progress in workplan, inspection and water supply details enables the “Jal Rekha” team to take precise decisions in time.</a:t>
            </a:r>
          </a:p>
          <a:p>
            <a:pPr marL="457200" indent="-457200" algn="just">
              <a:lnSpc>
                <a:spcPct val="120000"/>
              </a:lnSpc>
              <a:spcAft>
                <a:spcPts val="3600"/>
              </a:spcAft>
              <a:buClr>
                <a:srgbClr val="000000"/>
              </a:buClr>
              <a:buSzPct val="100000"/>
              <a:buFont typeface="+mj-lt"/>
              <a:buAutoNum type="arabicPeriod"/>
            </a:pPr>
            <a:r>
              <a:rPr lang="en-US" sz="2000" b="1" dirty="0">
                <a:latin typeface="Segoe UI" panose="020B0502040204020203" pitchFamily="34" charset="0"/>
                <a:ea typeface="Calibri" panose="020F0502020204030204" pitchFamily="34" charset="0"/>
                <a:cs typeface="Segoe UI" panose="020B0502040204020203" pitchFamily="34" charset="0"/>
              </a:rPr>
              <a:t>Partnering Up </a:t>
            </a:r>
            <a:r>
              <a:rPr lang="en-US" sz="2000" dirty="0">
                <a:latin typeface="Segoe UI" panose="020B0502040204020203" pitchFamily="34" charset="0"/>
                <a:ea typeface="Calibri" panose="020F0502020204030204" pitchFamily="34" charset="0"/>
                <a:cs typeface="Segoe UI" panose="020B0502040204020203" pitchFamily="34" charset="0"/>
              </a:rPr>
              <a:t>: Partnering the geographically referenced design &amp; drawing data sets with other departments like Telecom, MPEB, Domestic Gas Supply agencies </a:t>
            </a:r>
            <a:r>
              <a:rPr lang="en-US" sz="2000" dirty="0" err="1">
                <a:latin typeface="Segoe UI" panose="020B0502040204020203" pitchFamily="34" charset="0"/>
                <a:ea typeface="Calibri" panose="020F0502020204030204" pitchFamily="34" charset="0"/>
                <a:cs typeface="Segoe UI" panose="020B0502040204020203" pitchFamily="34" charset="0"/>
              </a:rPr>
              <a:t>etc</a:t>
            </a:r>
            <a:r>
              <a:rPr lang="en-US" sz="2000" dirty="0">
                <a:latin typeface="Segoe UI" panose="020B0502040204020203" pitchFamily="34" charset="0"/>
                <a:ea typeface="Calibri" panose="020F0502020204030204" pitchFamily="34" charset="0"/>
                <a:cs typeface="Segoe UI" panose="020B0502040204020203" pitchFamily="34" charset="0"/>
              </a:rPr>
              <a:t> enables them to receive NOC from respective departments and to execute their plan in time with out creating any fuss.</a:t>
            </a:r>
          </a:p>
        </p:txBody>
      </p:sp>
    </p:spTree>
    <p:extLst>
      <p:ext uri="{BB962C8B-B14F-4D97-AF65-F5344CB8AC3E}">
        <p14:creationId xmlns:p14="http://schemas.microsoft.com/office/powerpoint/2010/main" val="3451777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3" name="Rectangle 2">
            <a:extLst>
              <a:ext uri="{FF2B5EF4-FFF2-40B4-BE49-F238E27FC236}">
                <a16:creationId xmlns="" xmlns:a16="http://schemas.microsoft.com/office/drawing/2014/main" id="{445652DA-06AC-E940-6008-FAED21F89AA6}"/>
              </a:ext>
            </a:extLst>
          </p:cNvPr>
          <p:cNvSpPr>
            <a:spLocks noChangeArrowheads="1"/>
          </p:cNvSpPr>
          <p:nvPr/>
        </p:nvSpPr>
        <p:spPr bwMode="auto">
          <a:xfrm>
            <a:off x="0" y="359"/>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r>
              <a:rPr lang="en-IN" sz="3200" b="1" dirty="0">
                <a:latin typeface="Times New Roman" panose="02020603050405020304" pitchFamily="18" charset="0"/>
                <a:cs typeface="Times New Roman" panose="02020603050405020304" pitchFamily="18" charset="0"/>
              </a:rPr>
              <a:t>Digital Project Monitoring – Jal Rekha</a:t>
            </a:r>
          </a:p>
        </p:txBody>
      </p:sp>
      <p:graphicFrame>
        <p:nvGraphicFramePr>
          <p:cNvPr id="4" name="Diagram 3">
            <a:extLst>
              <a:ext uri="{FF2B5EF4-FFF2-40B4-BE49-F238E27FC236}">
                <a16:creationId xmlns="" xmlns:a16="http://schemas.microsoft.com/office/drawing/2014/main" id="{A39D0748-5725-5FA3-4CAA-288C7FFC46F3}"/>
              </a:ext>
            </a:extLst>
          </p:cNvPr>
          <p:cNvGraphicFramePr/>
          <p:nvPr>
            <p:extLst>
              <p:ext uri="{D42A27DB-BD31-4B8C-83A1-F6EECF244321}">
                <p14:modId xmlns:p14="http://schemas.microsoft.com/office/powerpoint/2010/main" val="3389662286"/>
              </p:ext>
            </p:extLst>
          </p:nvPr>
        </p:nvGraphicFramePr>
        <p:xfrm>
          <a:off x="370114" y="719667"/>
          <a:ext cx="11484429" cy="56267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202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pic>
        <p:nvPicPr>
          <p:cNvPr id="2" name="Picture 1"/>
          <p:cNvPicPr>
            <a:picLocks noChangeAspect="1"/>
          </p:cNvPicPr>
          <p:nvPr/>
        </p:nvPicPr>
        <p:blipFill rotWithShape="1">
          <a:blip r:embed="rId3"/>
          <a:srcRect t="5632" b="4271"/>
          <a:stretch/>
        </p:blipFill>
        <p:spPr>
          <a:xfrm>
            <a:off x="139700" y="584200"/>
            <a:ext cx="11811000" cy="6273800"/>
          </a:xfrm>
          <a:prstGeom prst="rect">
            <a:avLst/>
          </a:prstGeom>
        </p:spPr>
      </p:pic>
      <p:sp>
        <p:nvSpPr>
          <p:cNvPr id="5" name="Rectangle 5">
            <a:extLst>
              <a:ext uri="{FF2B5EF4-FFF2-40B4-BE49-F238E27FC236}">
                <a16:creationId xmlns="" xmlns:a16="http://schemas.microsoft.com/office/drawing/2014/main" id="{20231A35-AF74-4AE0-EFB0-6746015A619B}"/>
              </a:ext>
            </a:extLst>
          </p:cNvPr>
          <p:cNvSpPr>
            <a:spLocks noChangeArrowheads="1"/>
          </p:cNvSpPr>
          <p:nvPr/>
        </p:nvSpPr>
        <p:spPr bwMode="auto">
          <a:xfrm>
            <a:off x="0" y="-3"/>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sz="3200" b="1" dirty="0">
                <a:latin typeface="+mn-lt"/>
                <a:ea typeface="+mn-ea"/>
                <a:cs typeface="Arial" panose="020B0604020202020204" pitchFamily="34" charset="0"/>
              </a:rPr>
              <a:t>MPPHE Geo </a:t>
            </a:r>
            <a:r>
              <a:rPr lang="en-US" sz="3200" b="1" dirty="0">
                <a:latin typeface="Times New Roman" panose="02020603050405020304" pitchFamily="18" charset="0"/>
                <a:cs typeface="Times New Roman" panose="02020603050405020304" pitchFamily="18" charset="0"/>
              </a:rPr>
              <a:t>Portal</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2893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6</a:t>
            </a:fld>
            <a:endParaRPr lang="en-US"/>
          </a:p>
        </p:txBody>
      </p:sp>
      <p:pic>
        <p:nvPicPr>
          <p:cNvPr id="2" name="Picture 1"/>
          <p:cNvPicPr>
            <a:picLocks noChangeAspect="1"/>
          </p:cNvPicPr>
          <p:nvPr/>
        </p:nvPicPr>
        <p:blipFill rotWithShape="1">
          <a:blip r:embed="rId3"/>
          <a:srcRect r="11500" b="13315"/>
          <a:stretch/>
        </p:blipFill>
        <p:spPr>
          <a:xfrm>
            <a:off x="213360" y="-318"/>
            <a:ext cx="11719560" cy="6675120"/>
          </a:xfrm>
          <a:prstGeom prst="rect">
            <a:avLst/>
          </a:prstGeom>
        </p:spPr>
      </p:pic>
      <p:sp>
        <p:nvSpPr>
          <p:cNvPr id="3" name="TextBox 2"/>
          <p:cNvSpPr txBox="1"/>
          <p:nvPr/>
        </p:nvSpPr>
        <p:spPr>
          <a:xfrm>
            <a:off x="4597971" y="137160"/>
            <a:ext cx="3737305" cy="646331"/>
          </a:xfrm>
          <a:prstGeom prst="rect">
            <a:avLst/>
          </a:prstGeom>
          <a:noFill/>
        </p:spPr>
        <p:txBody>
          <a:bodyPr wrap="none" rtlCol="0">
            <a:spAutoFit/>
          </a:bodyPr>
          <a:lstStyle/>
          <a:p>
            <a:r>
              <a:rPr lang="en-US" sz="3600" b="1" dirty="0">
                <a:solidFill>
                  <a:srgbClr val="00B0F0"/>
                </a:solidFill>
              </a:rPr>
              <a:t>User Management</a:t>
            </a:r>
          </a:p>
        </p:txBody>
      </p:sp>
      <p:pic>
        <p:nvPicPr>
          <p:cNvPr id="6" name="Picture 5">
            <a:extLst>
              <a:ext uri="{FF2B5EF4-FFF2-40B4-BE49-F238E27FC236}">
                <a16:creationId xmlns="" xmlns:a16="http://schemas.microsoft.com/office/drawing/2014/main" id="{0C629207-F26F-4237-9118-CA6B876577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11983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11C1557-DCC9-4CA3-8E3B-D7310484DE6D}"/>
              </a:ext>
            </a:extLst>
          </p:cNvPr>
          <p:cNvSpPr>
            <a:spLocks noGrp="1"/>
          </p:cNvSpPr>
          <p:nvPr>
            <p:ph type="title"/>
          </p:nvPr>
        </p:nvSpPr>
        <p:spPr>
          <a:xfrm>
            <a:off x="838200" y="365126"/>
            <a:ext cx="10515600" cy="398446"/>
          </a:xfrm>
        </p:spPr>
        <p:txBody>
          <a:bodyPr>
            <a:normAutofit fontScale="90000"/>
          </a:bodyPr>
          <a:lstStyle/>
          <a:p>
            <a:pPr algn="ctr"/>
            <a:r>
              <a:rPr lang="en-IN" dirty="0" err="1">
                <a:latin typeface="Times New Roman" panose="02020603050405020304" pitchFamily="18" charset="0"/>
                <a:cs typeface="Times New Roman" panose="02020603050405020304" pitchFamily="18" charset="0"/>
              </a:rPr>
              <a:t>Dhara</a:t>
            </a:r>
            <a:r>
              <a:rPr lang="en-IN" dirty="0">
                <a:latin typeface="Times New Roman" panose="02020603050405020304" pitchFamily="18" charset="0"/>
                <a:cs typeface="Times New Roman" panose="02020603050405020304" pitchFamily="18" charset="0"/>
              </a:rPr>
              <a:t> Module</a:t>
            </a:r>
          </a:p>
        </p:txBody>
      </p:sp>
      <p:sp>
        <p:nvSpPr>
          <p:cNvPr id="6" name="TextBox 5">
            <a:extLst>
              <a:ext uri="{FF2B5EF4-FFF2-40B4-BE49-F238E27FC236}">
                <a16:creationId xmlns="" xmlns:a16="http://schemas.microsoft.com/office/drawing/2014/main" id="{C1EFED27-5F56-49E3-8DA7-CC836F8AE12F}"/>
              </a:ext>
            </a:extLst>
          </p:cNvPr>
          <p:cNvSpPr txBox="1"/>
          <p:nvPr/>
        </p:nvSpPr>
        <p:spPr>
          <a:xfrm>
            <a:off x="556182" y="1067687"/>
            <a:ext cx="11415859" cy="4401205"/>
          </a:xfrm>
          <a:prstGeom prst="rect">
            <a:avLst/>
          </a:prstGeom>
          <a:noFill/>
        </p:spPr>
        <p:txBody>
          <a:bodyPr wrap="square">
            <a:spAutoFit/>
          </a:bodyPr>
          <a:lstStyle/>
          <a:p>
            <a:endParaRPr lang="en-US" sz="2000" dirty="0">
              <a:latin typeface="Segoe UI" panose="020B0502040204020203" pitchFamily="34" charset="0"/>
              <a:cs typeface="Segoe UI" panose="020B0502040204020203" pitchFamily="34" charset="0"/>
            </a:endParaRPr>
          </a:p>
          <a:p>
            <a:pPr algn="just"/>
            <a:r>
              <a:rPr lang="en-US" sz="2000" dirty="0">
                <a:latin typeface="Segoe UI" panose="020B0502040204020203" pitchFamily="34" charset="0"/>
                <a:cs typeface="Segoe UI" panose="020B0502040204020203" pitchFamily="34" charset="0"/>
              </a:rPr>
              <a:t>The Jal Rekha project has been developed to tackle key challenges in monitoring and managing water supply schemes efficiently. By integrating digital tools, GIS-based mapping, and a structured workflow, the project enhances transparency, accountability, and operational efficiency. To achieve this, various methodologies have been adopted to streamline data collection, verification, and decision-making processes. </a:t>
            </a:r>
          </a:p>
          <a:p>
            <a:pPr algn="just"/>
            <a:r>
              <a:rPr lang="en-US" sz="2000" dirty="0">
                <a:latin typeface="Segoe UI" panose="020B0502040204020203" pitchFamily="34" charset="0"/>
                <a:cs typeface="Segoe UI" panose="020B0502040204020203" pitchFamily="34" charset="0"/>
              </a:rPr>
              <a:t>One of the primary challenges in water supply management is ensuring that contractor deliver the required quantity of water consistently. To address this, Jal Rekha incorporates the </a:t>
            </a:r>
            <a:r>
              <a:rPr lang="en-US" sz="2000" b="1" dirty="0" err="1">
                <a:latin typeface="Segoe UI" panose="020B0502040204020203" pitchFamily="34" charset="0"/>
                <a:cs typeface="Segoe UI" panose="020B0502040204020203" pitchFamily="34" charset="0"/>
              </a:rPr>
              <a:t>Dhara</a:t>
            </a:r>
            <a:r>
              <a:rPr lang="en-US" sz="2000" b="1" dirty="0">
                <a:latin typeface="Segoe UI" panose="020B0502040204020203" pitchFamily="34" charset="0"/>
                <a:cs typeface="Segoe UI" panose="020B0502040204020203" pitchFamily="34" charset="0"/>
              </a:rPr>
              <a:t> module</a:t>
            </a:r>
            <a:r>
              <a:rPr lang="en-US" sz="2000" dirty="0">
                <a:latin typeface="Segoe UI" panose="020B0502040204020203" pitchFamily="34" charset="0"/>
                <a:cs typeface="Segoe UI" panose="020B0502040204020203" pitchFamily="34" charset="0"/>
              </a:rPr>
              <a:t>, which empowers field engineers to capture and upload geotagged photographs of meter readings from critical water supply components, including: Intake Points Water Treatment Plants (WTPs) Overhead Tanks (OHTs) Village Supply Points By leveraging real-time data collection, </a:t>
            </a:r>
            <a:r>
              <a:rPr lang="en-US" sz="2000" dirty="0" err="1">
                <a:latin typeface="Segoe UI" panose="020B0502040204020203" pitchFamily="34" charset="0"/>
                <a:cs typeface="Segoe UI" panose="020B0502040204020203" pitchFamily="34" charset="0"/>
              </a:rPr>
              <a:t>Dhara</a:t>
            </a:r>
            <a:r>
              <a:rPr lang="en-US" sz="2000" dirty="0">
                <a:latin typeface="Segoe UI" panose="020B0502040204020203" pitchFamily="34" charset="0"/>
                <a:cs typeface="Segoe UI" panose="020B0502040204020203" pitchFamily="34" charset="0"/>
              </a:rPr>
              <a:t> ensures that water supply monitoring is more accurate and reliable. Payments to contractors are based on actual meter readings rather than manual reports, significantly reducing discrepancies and improving accountability.</a:t>
            </a:r>
            <a:endParaRPr lang="en-IN" sz="20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08351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60EF3E0-DD77-3479-1E64-3C3261CE269F}"/>
            </a:ext>
          </a:extLst>
        </p:cNvPr>
        <p:cNvGrpSpPr/>
        <p:nvPr/>
      </p:nvGrpSpPr>
      <p:grpSpPr>
        <a:xfrm>
          <a:off x="0" y="0"/>
          <a:ext cx="0" cy="0"/>
          <a:chOff x="0" y="0"/>
          <a:chExt cx="0" cy="0"/>
        </a:xfrm>
      </p:grpSpPr>
      <p:pic>
        <p:nvPicPr>
          <p:cNvPr id="11" name="Picture 10">
            <a:extLst>
              <a:ext uri="{FF2B5EF4-FFF2-40B4-BE49-F238E27FC236}">
                <a16:creationId xmlns="" xmlns:a16="http://schemas.microsoft.com/office/drawing/2014/main" id="{78F6ABC3-05BA-8488-2EF8-D05EF18A31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lide Number Placeholder 3">
            <a:extLst>
              <a:ext uri="{FF2B5EF4-FFF2-40B4-BE49-F238E27FC236}">
                <a16:creationId xmlns="" xmlns:a16="http://schemas.microsoft.com/office/drawing/2014/main" id="{D3B3FA72-1F6E-EDDA-629F-F41695B47095}"/>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8</a:t>
            </a:fld>
            <a:endParaRPr lang="en-US"/>
          </a:p>
        </p:txBody>
      </p:sp>
    </p:spTree>
    <p:extLst>
      <p:ext uri="{BB962C8B-B14F-4D97-AF65-F5344CB8AC3E}">
        <p14:creationId xmlns:p14="http://schemas.microsoft.com/office/powerpoint/2010/main" val="3979918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895256E8-F6BF-48B7-B0D8-8215F3BB07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lide Number Placeholder 3">
            <a:extLst>
              <a:ext uri="{FF2B5EF4-FFF2-40B4-BE49-F238E27FC236}">
                <a16:creationId xmlns=""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9</a:t>
            </a:fld>
            <a:endParaRPr lang="en-US"/>
          </a:p>
        </p:txBody>
      </p:sp>
    </p:spTree>
    <p:extLst>
      <p:ext uri="{BB962C8B-B14F-4D97-AF65-F5344CB8AC3E}">
        <p14:creationId xmlns:p14="http://schemas.microsoft.com/office/powerpoint/2010/main" val="2881843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 xmlns:a16="http://schemas.microsoft.com/office/drawing/2014/main" id="{8975C90F-793F-497F-BBDA-F5653D9722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lide Number Placeholder 3">
            <a:extLst>
              <a:ext uri="{FF2B5EF4-FFF2-40B4-BE49-F238E27FC236}">
                <a16:creationId xmlns=""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10</a:t>
            </a:fld>
            <a:endParaRPr lang="en-US"/>
          </a:p>
        </p:txBody>
      </p:sp>
    </p:spTree>
    <p:extLst>
      <p:ext uri="{BB962C8B-B14F-4D97-AF65-F5344CB8AC3E}">
        <p14:creationId xmlns:p14="http://schemas.microsoft.com/office/powerpoint/2010/main" val="1387849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CEB9F1D-0B89-A46A-86AE-EC52C033C696}"/>
            </a:ext>
          </a:extLst>
        </p:cNvPr>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EC0245A9-A953-31EA-B312-B36DDA34CB57}"/>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11</a:t>
            </a:fld>
            <a:endParaRPr lang="en-US"/>
          </a:p>
        </p:txBody>
      </p:sp>
      <p:pic>
        <p:nvPicPr>
          <p:cNvPr id="5" name="Picture 4" descr="A screenshot of a login screen&#10;&#10;AI-generated content may be incorrect.">
            <a:extLst>
              <a:ext uri="{FF2B5EF4-FFF2-40B4-BE49-F238E27FC236}">
                <a16:creationId xmlns="" xmlns:a16="http://schemas.microsoft.com/office/drawing/2014/main" id="{48E535D5-7B52-F49D-0878-C834E0F1066D}"/>
              </a:ext>
            </a:extLst>
          </p:cNvPr>
          <p:cNvPicPr>
            <a:picLocks noChangeAspect="1"/>
          </p:cNvPicPr>
          <p:nvPr/>
        </p:nvPicPr>
        <p:blipFill>
          <a:blip r:embed="rId3">
            <a:extLst>
              <a:ext uri="{28A0092B-C50C-407E-A947-70E740481C1C}">
                <a14:useLocalDpi xmlns:a14="http://schemas.microsoft.com/office/drawing/2010/main" val="0"/>
              </a:ext>
            </a:extLst>
          </a:blip>
          <a:srcRect t="4586"/>
          <a:stretch>
            <a:fillRect/>
          </a:stretch>
        </p:blipFill>
        <p:spPr>
          <a:xfrm>
            <a:off x="4191000" y="571659"/>
            <a:ext cx="4556760" cy="5714682"/>
          </a:xfrm>
          <a:prstGeom prst="rect">
            <a:avLst/>
          </a:prstGeom>
        </p:spPr>
      </p:pic>
    </p:spTree>
    <p:extLst>
      <p:ext uri="{BB962C8B-B14F-4D97-AF65-F5344CB8AC3E}">
        <p14:creationId xmlns:p14="http://schemas.microsoft.com/office/powerpoint/2010/main" val="4291345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12</a:t>
            </a:fld>
            <a:endParaRPr lang="en-US"/>
          </a:p>
        </p:txBody>
      </p:sp>
      <p:pic>
        <p:nvPicPr>
          <p:cNvPr id="3" name="Picture 2" descr="A screenshot of a cell phone&#10;&#10;AI-generated content may be incorrect.">
            <a:extLst>
              <a:ext uri="{FF2B5EF4-FFF2-40B4-BE49-F238E27FC236}">
                <a16:creationId xmlns="" xmlns:a16="http://schemas.microsoft.com/office/drawing/2014/main" id="{ACD6450F-FBFF-5AD8-FFFA-BD4810ABF9EC}"/>
              </a:ext>
            </a:extLst>
          </p:cNvPr>
          <p:cNvPicPr>
            <a:picLocks noChangeAspect="1"/>
          </p:cNvPicPr>
          <p:nvPr/>
        </p:nvPicPr>
        <p:blipFill>
          <a:blip r:embed="rId3">
            <a:extLst>
              <a:ext uri="{28A0092B-C50C-407E-A947-70E740481C1C}">
                <a14:useLocalDpi xmlns:a14="http://schemas.microsoft.com/office/drawing/2010/main" val="0"/>
              </a:ext>
            </a:extLst>
          </a:blip>
          <a:srcRect t="4379"/>
          <a:stretch>
            <a:fillRect/>
          </a:stretch>
        </p:blipFill>
        <p:spPr>
          <a:xfrm>
            <a:off x="30480" y="868680"/>
            <a:ext cx="3086100" cy="5989320"/>
          </a:xfrm>
          <a:prstGeom prst="rect">
            <a:avLst/>
          </a:prstGeom>
          <a:ln>
            <a:solidFill>
              <a:schemeClr val="tx1"/>
            </a:solidFill>
          </a:ln>
        </p:spPr>
      </p:pic>
      <p:pic>
        <p:nvPicPr>
          <p:cNvPr id="8" name="Picture 7" descr="A screenshot of a phone&#10;&#10;AI-generated content may be incorrect.">
            <a:extLst>
              <a:ext uri="{FF2B5EF4-FFF2-40B4-BE49-F238E27FC236}">
                <a16:creationId xmlns="" xmlns:a16="http://schemas.microsoft.com/office/drawing/2014/main" id="{86600FB5-E81C-0D25-ED00-FB4BCD2D83A9}"/>
              </a:ext>
            </a:extLst>
          </p:cNvPr>
          <p:cNvPicPr>
            <a:picLocks noChangeAspect="1"/>
          </p:cNvPicPr>
          <p:nvPr/>
        </p:nvPicPr>
        <p:blipFill>
          <a:blip r:embed="rId4">
            <a:extLst>
              <a:ext uri="{28A0092B-C50C-407E-A947-70E740481C1C}">
                <a14:useLocalDpi xmlns:a14="http://schemas.microsoft.com/office/drawing/2010/main" val="0"/>
              </a:ext>
            </a:extLst>
          </a:blip>
          <a:srcRect t="4379"/>
          <a:stretch>
            <a:fillRect/>
          </a:stretch>
        </p:blipFill>
        <p:spPr>
          <a:xfrm>
            <a:off x="3185160" y="868680"/>
            <a:ext cx="3086100" cy="5989320"/>
          </a:xfrm>
          <a:prstGeom prst="rect">
            <a:avLst/>
          </a:prstGeom>
          <a:ln>
            <a:solidFill>
              <a:schemeClr val="tx1"/>
            </a:solidFill>
          </a:ln>
        </p:spPr>
      </p:pic>
      <p:pic>
        <p:nvPicPr>
          <p:cNvPr id="10" name="Picture 9">
            <a:extLst>
              <a:ext uri="{FF2B5EF4-FFF2-40B4-BE49-F238E27FC236}">
                <a16:creationId xmlns="" xmlns:a16="http://schemas.microsoft.com/office/drawing/2014/main" id="{C172DDE3-C591-A9AC-6402-E1DE57091CA5}"/>
              </a:ext>
            </a:extLst>
          </p:cNvPr>
          <p:cNvPicPr>
            <a:picLocks noChangeAspect="1"/>
          </p:cNvPicPr>
          <p:nvPr/>
        </p:nvPicPr>
        <p:blipFill>
          <a:blip r:embed="rId5" cstate="print">
            <a:extLst>
              <a:ext uri="{28A0092B-C50C-407E-A947-70E740481C1C}">
                <a14:useLocalDpi xmlns:a14="http://schemas.microsoft.com/office/drawing/2010/main" val="0"/>
              </a:ext>
            </a:extLst>
          </a:blip>
          <a:srcRect t="4379"/>
          <a:stretch>
            <a:fillRect/>
          </a:stretch>
        </p:blipFill>
        <p:spPr>
          <a:xfrm>
            <a:off x="6339840" y="868680"/>
            <a:ext cx="2827020" cy="5989320"/>
          </a:xfrm>
          <a:prstGeom prst="rect">
            <a:avLst/>
          </a:prstGeom>
          <a:ln>
            <a:solidFill>
              <a:schemeClr val="tx1"/>
            </a:solidFill>
          </a:ln>
        </p:spPr>
      </p:pic>
      <p:pic>
        <p:nvPicPr>
          <p:cNvPr id="13" name="Picture 12">
            <a:extLst>
              <a:ext uri="{FF2B5EF4-FFF2-40B4-BE49-F238E27FC236}">
                <a16:creationId xmlns="" xmlns:a16="http://schemas.microsoft.com/office/drawing/2014/main" id="{63383E4D-ED0A-B281-901F-A329582F9B75}"/>
              </a:ext>
            </a:extLst>
          </p:cNvPr>
          <p:cNvPicPr>
            <a:picLocks noChangeAspect="1"/>
          </p:cNvPicPr>
          <p:nvPr/>
        </p:nvPicPr>
        <p:blipFill>
          <a:blip r:embed="rId6" cstate="print">
            <a:extLst>
              <a:ext uri="{28A0092B-C50C-407E-A947-70E740481C1C}">
                <a14:useLocalDpi xmlns:a14="http://schemas.microsoft.com/office/drawing/2010/main" val="0"/>
              </a:ext>
            </a:extLst>
          </a:blip>
          <a:srcRect t="4379"/>
          <a:stretch>
            <a:fillRect/>
          </a:stretch>
        </p:blipFill>
        <p:spPr>
          <a:xfrm>
            <a:off x="9235440" y="868044"/>
            <a:ext cx="2941320" cy="5989320"/>
          </a:xfrm>
          <a:prstGeom prst="rect">
            <a:avLst/>
          </a:prstGeom>
          <a:ln>
            <a:solidFill>
              <a:schemeClr val="tx1"/>
            </a:solidFill>
          </a:ln>
        </p:spPr>
      </p:pic>
      <p:sp>
        <p:nvSpPr>
          <p:cNvPr id="14" name="Title 1">
            <a:extLst>
              <a:ext uri="{FF2B5EF4-FFF2-40B4-BE49-F238E27FC236}">
                <a16:creationId xmlns="" xmlns:a16="http://schemas.microsoft.com/office/drawing/2014/main" id="{97E37A34-3543-36DE-EFE3-DE4E4C078BE6}"/>
              </a:ext>
            </a:extLst>
          </p:cNvPr>
          <p:cNvSpPr txBox="1">
            <a:spLocks/>
          </p:cNvSpPr>
          <p:nvPr/>
        </p:nvSpPr>
        <p:spPr>
          <a:xfrm>
            <a:off x="918210" y="194642"/>
            <a:ext cx="10515600" cy="398446"/>
          </a:xfrm>
          <a:prstGeom prst="rect">
            <a:avLst/>
          </a:prstGeom>
        </p:spPr>
        <p:txBody>
          <a:bodyPr>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a:latin typeface="Times New Roman" panose="02020603050405020304" pitchFamily="18" charset="0"/>
                <a:cs typeface="Times New Roman" panose="02020603050405020304" pitchFamily="18" charset="0"/>
              </a:rPr>
              <a:t>Dhara Module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1870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0F202A4-F39A-9F73-6D04-558588DDE019}"/>
            </a:ext>
          </a:extLst>
        </p:cNvPr>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6332CBCC-447B-9C0C-E0F4-5885FDD4D7B6}"/>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13</a:t>
            </a:fld>
            <a:endParaRPr lang="en-US"/>
          </a:p>
        </p:txBody>
      </p:sp>
      <p:pic>
        <p:nvPicPr>
          <p:cNvPr id="6" name="Picture 5" descr="A screenshot of a phone&#10;&#10;AI-generated content may be incorrect.">
            <a:extLst>
              <a:ext uri="{FF2B5EF4-FFF2-40B4-BE49-F238E27FC236}">
                <a16:creationId xmlns="" xmlns:a16="http://schemas.microsoft.com/office/drawing/2014/main" id="{17A2ED3B-CC6F-C23F-87E5-36FAD15CCC48}"/>
              </a:ext>
            </a:extLst>
          </p:cNvPr>
          <p:cNvPicPr>
            <a:picLocks noChangeAspect="1"/>
          </p:cNvPicPr>
          <p:nvPr/>
        </p:nvPicPr>
        <p:blipFill>
          <a:blip r:embed="rId3">
            <a:extLst>
              <a:ext uri="{28A0092B-C50C-407E-A947-70E740481C1C}">
                <a14:useLocalDpi xmlns:a14="http://schemas.microsoft.com/office/drawing/2010/main" val="0"/>
              </a:ext>
            </a:extLst>
          </a:blip>
          <a:srcRect t="5340"/>
          <a:stretch>
            <a:fillRect/>
          </a:stretch>
        </p:blipFill>
        <p:spPr>
          <a:xfrm>
            <a:off x="952500" y="914400"/>
            <a:ext cx="4137660" cy="5943600"/>
          </a:xfrm>
          <a:prstGeom prst="rect">
            <a:avLst/>
          </a:prstGeom>
        </p:spPr>
      </p:pic>
      <p:pic>
        <p:nvPicPr>
          <p:cNvPr id="2" name="Picture 1" descr="A screenshot of a phone&#10;&#10;AI-generated content may be incorrect.">
            <a:extLst>
              <a:ext uri="{FF2B5EF4-FFF2-40B4-BE49-F238E27FC236}">
                <a16:creationId xmlns="" xmlns:a16="http://schemas.microsoft.com/office/drawing/2014/main" id="{10DDE262-ACEC-397E-3BCC-5D67F1A436EB}"/>
              </a:ext>
            </a:extLst>
          </p:cNvPr>
          <p:cNvPicPr>
            <a:picLocks noChangeAspect="1"/>
          </p:cNvPicPr>
          <p:nvPr/>
        </p:nvPicPr>
        <p:blipFill>
          <a:blip r:embed="rId4">
            <a:extLst>
              <a:ext uri="{28A0092B-C50C-407E-A947-70E740481C1C}">
                <a14:useLocalDpi xmlns:a14="http://schemas.microsoft.com/office/drawing/2010/main" val="0"/>
              </a:ext>
            </a:extLst>
          </a:blip>
          <a:srcRect t="5500"/>
          <a:stretch>
            <a:fillRect/>
          </a:stretch>
        </p:blipFill>
        <p:spPr>
          <a:xfrm>
            <a:off x="6263640" y="914400"/>
            <a:ext cx="4975860" cy="5760402"/>
          </a:xfrm>
          <a:prstGeom prst="rect">
            <a:avLst/>
          </a:prstGeom>
        </p:spPr>
      </p:pic>
    </p:spTree>
    <p:extLst>
      <p:ext uri="{BB962C8B-B14F-4D97-AF65-F5344CB8AC3E}">
        <p14:creationId xmlns:p14="http://schemas.microsoft.com/office/powerpoint/2010/main" val="4157957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14</a:t>
            </a:fld>
            <a:endParaRPr lang="en-US"/>
          </a:p>
        </p:txBody>
      </p:sp>
      <p:pic>
        <p:nvPicPr>
          <p:cNvPr id="7" name="Picture 6">
            <a:extLst>
              <a:ext uri="{FF2B5EF4-FFF2-40B4-BE49-F238E27FC236}">
                <a16:creationId xmlns="" xmlns:a16="http://schemas.microsoft.com/office/drawing/2014/main" id="{95F55D09-6596-4F76-B1E9-9F4165DB83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92246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15</a:t>
            </a:fld>
            <a:endParaRPr lang="en-US"/>
          </a:p>
        </p:txBody>
      </p:sp>
      <p:pic>
        <p:nvPicPr>
          <p:cNvPr id="6" name="Picture 5">
            <a:extLst>
              <a:ext uri="{FF2B5EF4-FFF2-40B4-BE49-F238E27FC236}">
                <a16:creationId xmlns="" xmlns:a16="http://schemas.microsoft.com/office/drawing/2014/main" id="{BA1E73C5-3BB6-4045-A221-95D337168C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87663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16</a:t>
            </a:fld>
            <a:endParaRPr lang="en-US"/>
          </a:p>
        </p:txBody>
      </p:sp>
      <p:sp>
        <p:nvSpPr>
          <p:cNvPr id="5" name="TextBox 4"/>
          <p:cNvSpPr txBox="1"/>
          <p:nvPr/>
        </p:nvSpPr>
        <p:spPr>
          <a:xfrm>
            <a:off x="4980589" y="152400"/>
            <a:ext cx="3384645" cy="646331"/>
          </a:xfrm>
          <a:prstGeom prst="rect">
            <a:avLst/>
          </a:prstGeom>
          <a:noFill/>
        </p:spPr>
        <p:txBody>
          <a:bodyPr wrap="none" rtlCol="0">
            <a:spAutoFit/>
          </a:bodyPr>
          <a:lstStyle/>
          <a:p>
            <a:pPr algn="ctr"/>
            <a:r>
              <a:rPr lang="en-US" sz="3600" b="1" dirty="0">
                <a:solidFill>
                  <a:srgbClr val="4349C3"/>
                </a:solidFill>
              </a:rPr>
              <a:t>Pipe Line Master</a:t>
            </a:r>
          </a:p>
        </p:txBody>
      </p:sp>
      <p:pic>
        <p:nvPicPr>
          <p:cNvPr id="6" name="Picture 5">
            <a:extLst>
              <a:ext uri="{FF2B5EF4-FFF2-40B4-BE49-F238E27FC236}">
                <a16:creationId xmlns="" xmlns:a16="http://schemas.microsoft.com/office/drawing/2014/main" id="{06E19CC0-7CF9-4C08-827D-2F02AB995C0C}"/>
              </a:ext>
            </a:extLst>
          </p:cNvPr>
          <p:cNvPicPr>
            <a:picLocks noChangeAspect="1"/>
          </p:cNvPicPr>
          <p:nvPr/>
        </p:nvPicPr>
        <p:blipFill>
          <a:blip r:embed="rId3"/>
          <a:stretch>
            <a:fillRect/>
          </a:stretch>
        </p:blipFill>
        <p:spPr>
          <a:xfrm>
            <a:off x="0" y="0"/>
            <a:ext cx="12192000" cy="6858000"/>
          </a:xfrm>
          <a:prstGeom prst="rect">
            <a:avLst/>
          </a:prstGeom>
        </p:spPr>
      </p:pic>
      <p:sp>
        <p:nvSpPr>
          <p:cNvPr id="7" name="TextBox 6">
            <a:extLst>
              <a:ext uri="{FF2B5EF4-FFF2-40B4-BE49-F238E27FC236}">
                <a16:creationId xmlns="" xmlns:a16="http://schemas.microsoft.com/office/drawing/2014/main" id="{8930A227-2D66-4E51-862B-B899FD4EB456}"/>
              </a:ext>
            </a:extLst>
          </p:cNvPr>
          <p:cNvSpPr txBox="1"/>
          <p:nvPr/>
        </p:nvSpPr>
        <p:spPr>
          <a:xfrm>
            <a:off x="5769204" y="658743"/>
            <a:ext cx="3676454"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Bulk Meter Survey</a:t>
            </a:r>
          </a:p>
        </p:txBody>
      </p:sp>
    </p:spTree>
    <p:extLst>
      <p:ext uri="{BB962C8B-B14F-4D97-AF65-F5344CB8AC3E}">
        <p14:creationId xmlns:p14="http://schemas.microsoft.com/office/powerpoint/2010/main" val="2669189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17</a:t>
            </a:fld>
            <a:endParaRPr lang="en-US"/>
          </a:p>
        </p:txBody>
      </p:sp>
      <p:pic>
        <p:nvPicPr>
          <p:cNvPr id="7" name="Picture 6">
            <a:extLst>
              <a:ext uri="{FF2B5EF4-FFF2-40B4-BE49-F238E27FC236}">
                <a16:creationId xmlns="" xmlns:a16="http://schemas.microsoft.com/office/drawing/2014/main" id="{DA405A10-9EA2-4D1B-A5C8-0821190AB6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86920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9BDF8AB-FF07-715D-FDC2-8F37E4421DC2}"/>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6CDAFFAE-153C-4B27-9B2B-B445BCD842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07141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35DB596-47B7-5661-C6E6-8168429BEB92}"/>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31E19823-7687-45CC-6115-112DE13F149E}"/>
              </a:ext>
            </a:extLst>
          </p:cNvPr>
          <p:cNvSpPr>
            <a:spLocks noChangeArrowheads="1"/>
          </p:cNvSpPr>
          <p:nvPr/>
        </p:nvSpPr>
        <p:spPr bwMode="auto">
          <a:xfrm>
            <a:off x="0" y="0"/>
            <a:ext cx="12192000" cy="584775"/>
          </a:xfrm>
          <a:prstGeom prst="rect">
            <a:avLst/>
          </a:prstGeom>
          <a:solidFill>
            <a:schemeClr val="accent1">
              <a:lumMod val="20000"/>
              <a:lumOff val="80000"/>
            </a:schemeClr>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en-IN" sz="3200" b="1" dirty="0">
              <a:latin typeface="+mn-lt"/>
            </a:endParaRPr>
          </a:p>
        </p:txBody>
      </p:sp>
      <p:pic>
        <p:nvPicPr>
          <p:cNvPr id="5" name="Picture 4">
            <a:extLst>
              <a:ext uri="{FF2B5EF4-FFF2-40B4-BE49-F238E27FC236}">
                <a16:creationId xmlns="" xmlns:a16="http://schemas.microsoft.com/office/drawing/2014/main" id="{BB7BD372-0177-4C2D-B364-29FBB7A809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63362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35DB596-47B7-5661-C6E6-8168429BEB92}"/>
            </a:ext>
          </a:extLst>
        </p:cNvPr>
        <p:cNvGrpSpPr/>
        <p:nvPr/>
      </p:nvGrpSpPr>
      <p:grpSpPr>
        <a:xfrm>
          <a:off x="0" y="0"/>
          <a:ext cx="0" cy="0"/>
          <a:chOff x="0" y="0"/>
          <a:chExt cx="0" cy="0"/>
        </a:xfrm>
      </p:grpSpPr>
      <p:pic>
        <p:nvPicPr>
          <p:cNvPr id="8" name="Picture 7">
            <a:extLst>
              <a:ext uri="{FF2B5EF4-FFF2-40B4-BE49-F238E27FC236}">
                <a16:creationId xmlns="" xmlns:a16="http://schemas.microsoft.com/office/drawing/2014/main" id="{723379AA-0626-4E7C-AF2C-D8CED11B33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986124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35DB596-47B7-5661-C6E6-8168429BEB92}"/>
            </a:ext>
          </a:extLst>
        </p:cNvPr>
        <p:cNvGrpSpPr/>
        <p:nvPr/>
      </p:nvGrpSpPr>
      <p:grpSpPr>
        <a:xfrm>
          <a:off x="0" y="0"/>
          <a:ext cx="0" cy="0"/>
          <a:chOff x="0" y="0"/>
          <a:chExt cx="0" cy="0"/>
        </a:xfrm>
      </p:grpSpPr>
      <p:pic>
        <p:nvPicPr>
          <p:cNvPr id="4" name="Picture 3">
            <a:extLst>
              <a:ext uri="{FF2B5EF4-FFF2-40B4-BE49-F238E27FC236}">
                <a16:creationId xmlns="" xmlns:a16="http://schemas.microsoft.com/office/drawing/2014/main" id="{F762451E-B2F1-4AB3-BE0E-AE634603DB0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82895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17176F-7868-4C58-BB96-DE588BA79C42}"/>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Nirmal Module</a:t>
            </a:r>
          </a:p>
        </p:txBody>
      </p:sp>
      <p:sp>
        <p:nvSpPr>
          <p:cNvPr id="3" name="Content Placeholder 2">
            <a:extLst>
              <a:ext uri="{FF2B5EF4-FFF2-40B4-BE49-F238E27FC236}">
                <a16:creationId xmlns="" xmlns:a16="http://schemas.microsoft.com/office/drawing/2014/main" id="{3D045384-3397-42CF-AF29-C19D832BC409}"/>
              </a:ext>
            </a:extLst>
          </p:cNvPr>
          <p:cNvSpPr>
            <a:spLocks noGrp="1"/>
          </p:cNvSpPr>
          <p:nvPr>
            <p:ph idx="1"/>
          </p:nvPr>
        </p:nvSpPr>
        <p:spPr/>
        <p:txBody>
          <a:bodyPr>
            <a:normAutofit/>
          </a:bodyPr>
          <a:lstStyle/>
          <a:p>
            <a:pPr marL="0" indent="0" algn="just">
              <a:buNone/>
            </a:pPr>
            <a:r>
              <a:rPr lang="en-US" sz="2000" dirty="0">
                <a:latin typeface="Segoe UI" panose="020B0502040204020203" pitchFamily="34" charset="0"/>
                <a:cs typeface="Segoe UI" panose="020B0502040204020203" pitchFamily="34" charset="0"/>
              </a:rPr>
              <a:t>About Nirmal Module Maintaining high water quality standards is a critical challenge, especially in rural areas where water sources are vulnerable to contamination. The Nirmal module within Jal Rekha is dedicated to systematic water quality monitoring and management. Field engineers collect water samples from various components of the supply system and submit them to laboratories for testing. By digitizing the water quality monitoring process, Nirmal ensures adherence to safety regulations, supports proactive health measures, and enhances the reliability of rural water supply systems. This document serves as a step-by-step user manual to guide users in effectively operating the Nirmal mobile application.</a:t>
            </a:r>
            <a:endParaRPr lang="en-IN" sz="20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811697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6EA095C-8452-BD36-65A5-473875E39E56}"/>
            </a:ext>
          </a:extLst>
        </p:cNvPr>
        <p:cNvGrpSpPr/>
        <p:nvPr/>
      </p:nvGrpSpPr>
      <p:grpSpPr>
        <a:xfrm>
          <a:off x="0" y="0"/>
          <a:ext cx="0" cy="0"/>
          <a:chOff x="0" y="0"/>
          <a:chExt cx="0" cy="0"/>
        </a:xfrm>
      </p:grpSpPr>
      <p:pic>
        <p:nvPicPr>
          <p:cNvPr id="3" name="Picture 2" descr="A screenshot of a cell phone&#10;&#10;AI-generated content may be incorrect.">
            <a:extLst>
              <a:ext uri="{FF2B5EF4-FFF2-40B4-BE49-F238E27FC236}">
                <a16:creationId xmlns="" xmlns:a16="http://schemas.microsoft.com/office/drawing/2014/main" id="{53F35279-1FAC-9B4B-74CC-7EDF2C6DEEF9}"/>
              </a:ext>
            </a:extLst>
          </p:cNvPr>
          <p:cNvPicPr>
            <a:picLocks noChangeAspect="1"/>
          </p:cNvPicPr>
          <p:nvPr/>
        </p:nvPicPr>
        <p:blipFill>
          <a:blip r:embed="rId3" cstate="print">
            <a:extLst>
              <a:ext uri="{28A0092B-C50C-407E-A947-70E740481C1C}">
                <a14:useLocalDpi xmlns:a14="http://schemas.microsoft.com/office/drawing/2010/main" val="0"/>
              </a:ext>
            </a:extLst>
          </a:blip>
          <a:srcRect t="4912"/>
          <a:stretch>
            <a:fillRect/>
          </a:stretch>
        </p:blipFill>
        <p:spPr>
          <a:xfrm>
            <a:off x="42316" y="929640"/>
            <a:ext cx="2967584" cy="5900878"/>
          </a:xfrm>
          <a:prstGeom prst="rect">
            <a:avLst/>
          </a:prstGeom>
          <a:ln>
            <a:solidFill>
              <a:schemeClr val="tx1"/>
            </a:solidFill>
          </a:ln>
        </p:spPr>
      </p:pic>
      <p:pic>
        <p:nvPicPr>
          <p:cNvPr id="5" name="Picture 4" descr="A screenshot of a phone&#10;&#10;AI-generated content may be incorrect.">
            <a:extLst>
              <a:ext uri="{FF2B5EF4-FFF2-40B4-BE49-F238E27FC236}">
                <a16:creationId xmlns="" xmlns:a16="http://schemas.microsoft.com/office/drawing/2014/main" id="{90A76CF1-C22C-CD2E-6B4A-BE978DC4CE29}"/>
              </a:ext>
            </a:extLst>
          </p:cNvPr>
          <p:cNvPicPr>
            <a:picLocks noChangeAspect="1"/>
          </p:cNvPicPr>
          <p:nvPr/>
        </p:nvPicPr>
        <p:blipFill>
          <a:blip r:embed="rId4" cstate="print">
            <a:extLst>
              <a:ext uri="{28A0092B-C50C-407E-A947-70E740481C1C}">
                <a14:useLocalDpi xmlns:a14="http://schemas.microsoft.com/office/drawing/2010/main" val="0"/>
              </a:ext>
            </a:extLst>
          </a:blip>
          <a:srcRect t="4912"/>
          <a:stretch>
            <a:fillRect/>
          </a:stretch>
        </p:blipFill>
        <p:spPr>
          <a:xfrm>
            <a:off x="3128416" y="929640"/>
            <a:ext cx="2967584" cy="5900878"/>
          </a:xfrm>
          <a:prstGeom prst="rect">
            <a:avLst/>
          </a:prstGeom>
          <a:ln>
            <a:solidFill>
              <a:schemeClr val="tx1"/>
            </a:solidFill>
          </a:ln>
        </p:spPr>
      </p:pic>
      <p:pic>
        <p:nvPicPr>
          <p:cNvPr id="10" name="Picture 9">
            <a:extLst>
              <a:ext uri="{FF2B5EF4-FFF2-40B4-BE49-F238E27FC236}">
                <a16:creationId xmlns="" xmlns:a16="http://schemas.microsoft.com/office/drawing/2014/main" id="{59CA7A6A-22AB-E7A1-75FD-0C654D83AA42}"/>
              </a:ext>
            </a:extLst>
          </p:cNvPr>
          <p:cNvPicPr>
            <a:picLocks noChangeAspect="1"/>
          </p:cNvPicPr>
          <p:nvPr/>
        </p:nvPicPr>
        <p:blipFill>
          <a:blip r:embed="rId5" cstate="print">
            <a:extLst>
              <a:ext uri="{28A0092B-C50C-407E-A947-70E740481C1C}">
                <a14:useLocalDpi xmlns:a14="http://schemas.microsoft.com/office/drawing/2010/main" val="0"/>
              </a:ext>
            </a:extLst>
          </a:blip>
          <a:srcRect t="4912"/>
          <a:stretch>
            <a:fillRect/>
          </a:stretch>
        </p:blipFill>
        <p:spPr>
          <a:xfrm>
            <a:off x="9182100" y="929640"/>
            <a:ext cx="2967584" cy="5900878"/>
          </a:xfrm>
          <a:prstGeom prst="rect">
            <a:avLst/>
          </a:prstGeom>
          <a:ln>
            <a:solidFill>
              <a:schemeClr val="tx1"/>
            </a:solidFill>
          </a:ln>
        </p:spPr>
      </p:pic>
      <p:pic>
        <p:nvPicPr>
          <p:cNvPr id="12" name="Picture 11" descr="A screenshot of a phone&#10;&#10;AI-generated content may be incorrect.">
            <a:extLst>
              <a:ext uri="{FF2B5EF4-FFF2-40B4-BE49-F238E27FC236}">
                <a16:creationId xmlns="" xmlns:a16="http://schemas.microsoft.com/office/drawing/2014/main" id="{EA3791B5-D23A-E5B9-0C83-24ABDD0EB0A8}"/>
              </a:ext>
            </a:extLst>
          </p:cNvPr>
          <p:cNvPicPr>
            <a:picLocks noChangeAspect="1"/>
          </p:cNvPicPr>
          <p:nvPr/>
        </p:nvPicPr>
        <p:blipFill>
          <a:blip r:embed="rId6">
            <a:extLst>
              <a:ext uri="{28A0092B-C50C-407E-A947-70E740481C1C}">
                <a14:useLocalDpi xmlns:a14="http://schemas.microsoft.com/office/drawing/2010/main" val="0"/>
              </a:ext>
            </a:extLst>
          </a:blip>
          <a:srcRect t="4912"/>
          <a:stretch>
            <a:fillRect/>
          </a:stretch>
        </p:blipFill>
        <p:spPr>
          <a:xfrm>
            <a:off x="6214516" y="929640"/>
            <a:ext cx="2849068" cy="5900878"/>
          </a:xfrm>
          <a:prstGeom prst="rect">
            <a:avLst/>
          </a:prstGeom>
          <a:ln>
            <a:solidFill>
              <a:schemeClr val="tx1"/>
            </a:solidFill>
          </a:ln>
        </p:spPr>
      </p:pic>
      <p:sp>
        <p:nvSpPr>
          <p:cNvPr id="13" name="Title 1">
            <a:extLst>
              <a:ext uri="{FF2B5EF4-FFF2-40B4-BE49-F238E27FC236}">
                <a16:creationId xmlns="" xmlns:a16="http://schemas.microsoft.com/office/drawing/2014/main" id="{0213DDC0-C2A7-2185-D1B7-22A4D4B0901A}"/>
              </a:ext>
            </a:extLst>
          </p:cNvPr>
          <p:cNvSpPr txBox="1">
            <a:spLocks/>
          </p:cNvSpPr>
          <p:nvPr/>
        </p:nvSpPr>
        <p:spPr>
          <a:xfrm>
            <a:off x="838200" y="75563"/>
            <a:ext cx="10515600" cy="549275"/>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Nirmal Module</a:t>
            </a:r>
          </a:p>
        </p:txBody>
      </p:sp>
    </p:spTree>
    <p:extLst>
      <p:ext uri="{BB962C8B-B14F-4D97-AF65-F5344CB8AC3E}">
        <p14:creationId xmlns:p14="http://schemas.microsoft.com/office/powerpoint/2010/main" val="3345380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 xmlns:a16="http://schemas.microsoft.com/office/drawing/2014/main" id="{1D50F262-343C-4101-AB3C-9DA1072F730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lastic container with liquid in it&#10;&#10;AI-generated content may be incorrect.">
            <a:extLst>
              <a:ext uri="{FF2B5EF4-FFF2-40B4-BE49-F238E27FC236}">
                <a16:creationId xmlns="" xmlns:a16="http://schemas.microsoft.com/office/drawing/2014/main" id="{15260898-ABD7-C91A-BBBB-F8F60A33258D}"/>
              </a:ext>
            </a:extLst>
          </p:cNvPr>
          <p:cNvPicPr>
            <a:picLocks noChangeAspect="1"/>
          </p:cNvPicPr>
          <p:nvPr/>
        </p:nvPicPr>
        <p:blipFill>
          <a:blip r:embed="rId2">
            <a:extLst>
              <a:ext uri="{28A0092B-C50C-407E-A947-70E740481C1C}">
                <a14:useLocalDpi xmlns:a14="http://schemas.microsoft.com/office/drawing/2010/main" val="0"/>
              </a:ext>
            </a:extLst>
          </a:blip>
          <a:srcRect r="14924"/>
          <a:stretch>
            <a:fillRect/>
          </a:stretch>
        </p:blipFill>
        <p:spPr>
          <a:xfrm>
            <a:off x="7816130" y="-2"/>
            <a:ext cx="4375870" cy="6858000"/>
          </a:xfrm>
          <a:custGeom>
            <a:avLst/>
            <a:gdLst/>
            <a:ahLst/>
            <a:cxnLst/>
            <a:rect l="l" t="t" r="r" b="b"/>
            <a:pathLst>
              <a:path w="4375870" h="6858000">
                <a:moveTo>
                  <a:pt x="4441" y="0"/>
                </a:moveTo>
                <a:lnTo>
                  <a:pt x="4375870" y="0"/>
                </a:lnTo>
                <a:lnTo>
                  <a:pt x="4375870" y="23"/>
                </a:lnTo>
                <a:lnTo>
                  <a:pt x="4375870" y="6858000"/>
                </a:lnTo>
                <a:lnTo>
                  <a:pt x="0" y="6858000"/>
                </a:lnTo>
                <a:lnTo>
                  <a:pt x="106674" y="6638378"/>
                </a:lnTo>
                <a:cubicBezTo>
                  <a:pt x="530028" y="5720938"/>
                  <a:pt x="777229" y="4614948"/>
                  <a:pt x="777229" y="3424428"/>
                </a:cubicBezTo>
                <a:cubicBezTo>
                  <a:pt x="777229" y="2233909"/>
                  <a:pt x="530028" y="1127919"/>
                  <a:pt x="106674" y="210478"/>
                </a:cubicBezTo>
                <a:close/>
              </a:path>
            </a:pathLst>
          </a:custGeom>
        </p:spPr>
      </p:pic>
      <p:pic>
        <p:nvPicPr>
          <p:cNvPr id="3" name="Picture 2" descr="A hand holding a beaker with water&#10;&#10;AI-generated content may be incorrect.">
            <a:extLst>
              <a:ext uri="{FF2B5EF4-FFF2-40B4-BE49-F238E27FC236}">
                <a16:creationId xmlns="" xmlns:a16="http://schemas.microsoft.com/office/drawing/2014/main" id="{A97080F9-03D6-DC0A-F843-BCA3C2923E7A}"/>
              </a:ext>
            </a:extLst>
          </p:cNvPr>
          <p:cNvPicPr>
            <a:picLocks noChangeAspect="1"/>
          </p:cNvPicPr>
          <p:nvPr/>
        </p:nvPicPr>
        <p:blipFill>
          <a:blip r:embed="rId3">
            <a:extLst>
              <a:ext uri="{28A0092B-C50C-407E-A947-70E740481C1C}">
                <a14:useLocalDpi xmlns:a14="http://schemas.microsoft.com/office/drawing/2010/main" val="0"/>
              </a:ext>
            </a:extLst>
          </a:blip>
          <a:srcRect r="3912"/>
          <a:stretch>
            <a:fillRect/>
          </a:stretch>
        </p:blipFill>
        <p:spPr>
          <a:xfrm>
            <a:off x="3595404" y="33"/>
            <a:ext cx="4942298" cy="6857999"/>
          </a:xfrm>
          <a:custGeom>
            <a:avLst/>
            <a:gdLst/>
            <a:ahLst/>
            <a:cxnLst/>
            <a:rect l="l" t="t" r="r" b="b"/>
            <a:pathLst>
              <a:path w="4942298" h="6857999">
                <a:moveTo>
                  <a:pt x="0" y="0"/>
                </a:moveTo>
                <a:lnTo>
                  <a:pt x="4164238" y="0"/>
                </a:lnTo>
                <a:lnTo>
                  <a:pt x="4271743" y="210478"/>
                </a:lnTo>
                <a:cubicBezTo>
                  <a:pt x="4695097" y="1127919"/>
                  <a:pt x="4942298" y="2233909"/>
                  <a:pt x="4942298" y="3424428"/>
                </a:cubicBezTo>
                <a:cubicBezTo>
                  <a:pt x="4942298" y="4614948"/>
                  <a:pt x="4695097" y="5720938"/>
                  <a:pt x="4271743" y="6638378"/>
                </a:cubicBezTo>
                <a:lnTo>
                  <a:pt x="4159568" y="6857999"/>
                </a:lnTo>
                <a:lnTo>
                  <a:pt x="49488" y="6857999"/>
                </a:lnTo>
                <a:lnTo>
                  <a:pt x="119616" y="6721637"/>
                </a:lnTo>
                <a:cubicBezTo>
                  <a:pt x="540124" y="5863919"/>
                  <a:pt x="796416" y="4724528"/>
                  <a:pt x="796416" y="3474162"/>
                </a:cubicBezTo>
                <a:cubicBezTo>
                  <a:pt x="796416" y="2140439"/>
                  <a:pt x="504812" y="932979"/>
                  <a:pt x="33352" y="58950"/>
                </a:cubicBezTo>
                <a:close/>
              </a:path>
            </a:pathLst>
          </a:custGeom>
        </p:spPr>
      </p:pic>
      <p:sp useBgFill="1">
        <p:nvSpPr>
          <p:cNvPr id="14" name="Freeform: Shape 13">
            <a:extLst>
              <a:ext uri="{FF2B5EF4-FFF2-40B4-BE49-F238E27FC236}">
                <a16:creationId xmlns="" xmlns:a16="http://schemas.microsoft.com/office/drawing/2014/main" id="{6A0924B3-0260-445E-AFD7-9533C0D1B3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4397136" cy="6858000"/>
          </a:xfrm>
          <a:custGeom>
            <a:avLst/>
            <a:gdLst>
              <a:gd name="connsiteX0" fmla="*/ 0 w 4397136"/>
              <a:gd name="connsiteY0" fmla="*/ 0 h 6858000"/>
              <a:gd name="connsiteX1" fmla="*/ 3599069 w 4397136"/>
              <a:gd name="connsiteY1" fmla="*/ 0 h 6858000"/>
              <a:gd name="connsiteX2" fmla="*/ 3634072 w 4397136"/>
              <a:gd name="connsiteY2" fmla="*/ 58977 h 6858000"/>
              <a:gd name="connsiteX3" fmla="*/ 4397136 w 4397136"/>
              <a:gd name="connsiteY3" fmla="*/ 3474189 h 6858000"/>
              <a:gd name="connsiteX4" fmla="*/ 3802221 w 4397136"/>
              <a:gd name="connsiteY4" fmla="*/ 6546415 h 6858000"/>
              <a:gd name="connsiteX5" fmla="*/ 3649466 w 4397136"/>
              <a:gd name="connsiteY5" fmla="*/ 6858000 h 6858000"/>
              <a:gd name="connsiteX6" fmla="*/ 0 w 439713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7136" h="6858000">
                <a:moveTo>
                  <a:pt x="0" y="0"/>
                </a:moveTo>
                <a:lnTo>
                  <a:pt x="3599069" y="0"/>
                </a:lnTo>
                <a:lnTo>
                  <a:pt x="3634072" y="58977"/>
                </a:lnTo>
                <a:cubicBezTo>
                  <a:pt x="4105532" y="933006"/>
                  <a:pt x="4397136" y="2140466"/>
                  <a:pt x="4397136" y="3474189"/>
                </a:cubicBezTo>
                <a:cubicBezTo>
                  <a:pt x="4397136" y="4641197"/>
                  <a:pt x="4173877" y="5711534"/>
                  <a:pt x="3802221" y="6546415"/>
                </a:cubicBezTo>
                <a:lnTo>
                  <a:pt x="3649466"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 xmlns:a16="http://schemas.microsoft.com/office/drawing/2014/main" id="{7C34E8CB-B972-4A94-8469-315C10C2AA9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4386504" cy="6858000"/>
          </a:xfrm>
          <a:custGeom>
            <a:avLst/>
            <a:gdLst>
              <a:gd name="connsiteX0" fmla="*/ 0 w 4386504"/>
              <a:gd name="connsiteY0" fmla="*/ 0 h 6858000"/>
              <a:gd name="connsiteX1" fmla="*/ 3588437 w 4386504"/>
              <a:gd name="connsiteY1" fmla="*/ 0 h 6858000"/>
              <a:gd name="connsiteX2" fmla="*/ 3623440 w 4386504"/>
              <a:gd name="connsiteY2" fmla="*/ 58977 h 6858000"/>
              <a:gd name="connsiteX3" fmla="*/ 4386504 w 4386504"/>
              <a:gd name="connsiteY3" fmla="*/ 3474189 h 6858000"/>
              <a:gd name="connsiteX4" fmla="*/ 3791589 w 4386504"/>
              <a:gd name="connsiteY4" fmla="*/ 6546415 h 6858000"/>
              <a:gd name="connsiteX5" fmla="*/ 3638834 w 4386504"/>
              <a:gd name="connsiteY5" fmla="*/ 6858000 h 6858000"/>
              <a:gd name="connsiteX6" fmla="*/ 0 w 438650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6504" h="6858000">
                <a:moveTo>
                  <a:pt x="0" y="0"/>
                </a:moveTo>
                <a:lnTo>
                  <a:pt x="3588437" y="0"/>
                </a:lnTo>
                <a:lnTo>
                  <a:pt x="3623440" y="58977"/>
                </a:lnTo>
                <a:cubicBezTo>
                  <a:pt x="4094900" y="933006"/>
                  <a:pt x="4386504" y="2140466"/>
                  <a:pt x="4386504" y="3474189"/>
                </a:cubicBezTo>
                <a:cubicBezTo>
                  <a:pt x="4386504" y="4641197"/>
                  <a:pt x="4163245" y="5711534"/>
                  <a:pt x="3791589" y="6546415"/>
                </a:cubicBezTo>
                <a:lnTo>
                  <a:pt x="3638834"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1">
            <a:extLst>
              <a:ext uri="{FF2B5EF4-FFF2-40B4-BE49-F238E27FC236}">
                <a16:creationId xmlns="" xmlns:a16="http://schemas.microsoft.com/office/drawing/2014/main" id="{4C0E957C-E754-7078-3472-3907866811A6}"/>
              </a:ext>
            </a:extLst>
          </p:cNvPr>
          <p:cNvSpPr txBox="1">
            <a:spLocks/>
          </p:cNvSpPr>
          <p:nvPr/>
        </p:nvSpPr>
        <p:spPr>
          <a:xfrm>
            <a:off x="438913" y="1511589"/>
            <a:ext cx="3430958" cy="2896432"/>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dirty="0"/>
              <a:t>Clear water Sample at WTP</a:t>
            </a:r>
          </a:p>
          <a:p>
            <a:pPr algn="l">
              <a:spcAft>
                <a:spcPts val="600"/>
              </a:spcAft>
            </a:pPr>
            <a:r>
              <a:rPr lang="en-US" sz="4000" dirty="0"/>
              <a:t>&amp;</a:t>
            </a:r>
          </a:p>
          <a:p>
            <a:pPr algn="l">
              <a:spcAft>
                <a:spcPts val="600"/>
              </a:spcAft>
            </a:pPr>
            <a:r>
              <a:rPr lang="en-US" sz="4000" dirty="0"/>
              <a:t> </a:t>
            </a:r>
            <a:r>
              <a:rPr lang="en-US" sz="4000" kern="1200" dirty="0">
                <a:solidFill>
                  <a:schemeClr val="tx1"/>
                </a:solidFill>
                <a:latin typeface="+mj-lt"/>
                <a:ea typeface="+mj-ea"/>
                <a:cs typeface="+mj-cs"/>
              </a:rPr>
              <a:t>Raw Water Sample at Inlet WTP</a:t>
            </a:r>
          </a:p>
        </p:txBody>
      </p:sp>
      <p:sp>
        <p:nvSpPr>
          <p:cNvPr id="18" name="Rectangle 17">
            <a:extLst>
              <a:ext uri="{FF2B5EF4-FFF2-40B4-BE49-F238E27FC236}">
                <a16:creationId xmlns="" xmlns:a16="http://schemas.microsoft.com/office/drawing/2014/main" id="{114A821F-8663-46BA-8CC0-D4C44F639F3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767989"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sp>
        <p:nvSpPr>
          <p:cNvPr id="20" name="Rectangle 19">
            <a:extLst>
              <a:ext uri="{FF2B5EF4-FFF2-40B4-BE49-F238E27FC236}">
                <a16:creationId xmlns="" xmlns:a16="http://schemas.microsoft.com/office/drawing/2014/main" id="{67EF550F-47CE-4FB2-9DAC-12AD835C833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38912" y="4544568"/>
            <a:ext cx="341496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78714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 xmlns:a16="http://schemas.microsoft.com/office/drawing/2014/main" id="{8B095079-6D73-2F86-7D7B-729CB90EF1F9}"/>
            </a:ext>
          </a:extLst>
        </p:cNvPr>
        <p:cNvGrpSpPr/>
        <p:nvPr/>
      </p:nvGrpSpPr>
      <p:grpSpPr>
        <a:xfrm>
          <a:off x="0" y="0"/>
          <a:ext cx="0" cy="0"/>
          <a:chOff x="0" y="0"/>
          <a:chExt cx="0" cy="0"/>
        </a:xfrm>
      </p:grpSpPr>
      <p:sp useBgFill="1">
        <p:nvSpPr>
          <p:cNvPr id="13" name="Rectangle 12">
            <a:extLst>
              <a:ext uri="{FF2B5EF4-FFF2-40B4-BE49-F238E27FC236}">
                <a16:creationId xmlns="" xmlns:a16="http://schemas.microsoft.com/office/drawing/2014/main" id="{1D50F262-343C-4101-AB3C-9DA1072F730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erson standing next to a bucket of water&#10;&#10;AI-generated content may be incorrect.">
            <a:extLst>
              <a:ext uri="{FF2B5EF4-FFF2-40B4-BE49-F238E27FC236}">
                <a16:creationId xmlns="" xmlns:a16="http://schemas.microsoft.com/office/drawing/2014/main" id="{775C0858-C24F-3832-BBD6-1FCA86E3FE54}"/>
              </a:ext>
            </a:extLst>
          </p:cNvPr>
          <p:cNvPicPr>
            <a:picLocks noChangeAspect="1"/>
          </p:cNvPicPr>
          <p:nvPr/>
        </p:nvPicPr>
        <p:blipFill>
          <a:blip r:embed="rId2">
            <a:extLst>
              <a:ext uri="{28A0092B-C50C-407E-A947-70E740481C1C}">
                <a14:useLocalDpi xmlns:a14="http://schemas.microsoft.com/office/drawing/2010/main" val="0"/>
              </a:ext>
            </a:extLst>
          </a:blip>
          <a:srcRect r="14924"/>
          <a:stretch>
            <a:fillRect/>
          </a:stretch>
        </p:blipFill>
        <p:spPr>
          <a:xfrm>
            <a:off x="7816130" y="-2"/>
            <a:ext cx="4375870" cy="6858000"/>
          </a:xfrm>
          <a:custGeom>
            <a:avLst/>
            <a:gdLst/>
            <a:ahLst/>
            <a:cxnLst/>
            <a:rect l="l" t="t" r="r" b="b"/>
            <a:pathLst>
              <a:path w="4375870" h="6858000">
                <a:moveTo>
                  <a:pt x="4441" y="0"/>
                </a:moveTo>
                <a:lnTo>
                  <a:pt x="4375870" y="0"/>
                </a:lnTo>
                <a:lnTo>
                  <a:pt x="4375870" y="23"/>
                </a:lnTo>
                <a:lnTo>
                  <a:pt x="4375870" y="6858000"/>
                </a:lnTo>
                <a:lnTo>
                  <a:pt x="0" y="6858000"/>
                </a:lnTo>
                <a:lnTo>
                  <a:pt x="106674" y="6638378"/>
                </a:lnTo>
                <a:cubicBezTo>
                  <a:pt x="530028" y="5720938"/>
                  <a:pt x="777229" y="4614948"/>
                  <a:pt x="777229" y="3424428"/>
                </a:cubicBezTo>
                <a:cubicBezTo>
                  <a:pt x="777229" y="2233909"/>
                  <a:pt x="530028" y="1127919"/>
                  <a:pt x="106674" y="210478"/>
                </a:cubicBezTo>
                <a:close/>
              </a:path>
            </a:pathLst>
          </a:custGeom>
        </p:spPr>
      </p:pic>
      <p:pic>
        <p:nvPicPr>
          <p:cNvPr id="8" name="Picture 7" descr="A person holding a glass&#10;&#10;AI-generated content may be incorrect.">
            <a:extLst>
              <a:ext uri="{FF2B5EF4-FFF2-40B4-BE49-F238E27FC236}">
                <a16:creationId xmlns="" xmlns:a16="http://schemas.microsoft.com/office/drawing/2014/main" id="{05CD95FB-4078-76BE-8C4C-90AA1744FB1F}"/>
              </a:ext>
            </a:extLst>
          </p:cNvPr>
          <p:cNvPicPr>
            <a:picLocks noChangeAspect="1"/>
          </p:cNvPicPr>
          <p:nvPr/>
        </p:nvPicPr>
        <p:blipFill>
          <a:blip r:embed="rId3">
            <a:extLst>
              <a:ext uri="{28A0092B-C50C-407E-A947-70E740481C1C}">
                <a14:useLocalDpi xmlns:a14="http://schemas.microsoft.com/office/drawing/2010/main" val="0"/>
              </a:ext>
            </a:extLst>
          </a:blip>
          <a:srcRect r="3912"/>
          <a:stretch>
            <a:fillRect/>
          </a:stretch>
        </p:blipFill>
        <p:spPr>
          <a:xfrm>
            <a:off x="3595404" y="33"/>
            <a:ext cx="4942298" cy="6857999"/>
          </a:xfrm>
          <a:custGeom>
            <a:avLst/>
            <a:gdLst/>
            <a:ahLst/>
            <a:cxnLst/>
            <a:rect l="l" t="t" r="r" b="b"/>
            <a:pathLst>
              <a:path w="4942298" h="6857999">
                <a:moveTo>
                  <a:pt x="0" y="0"/>
                </a:moveTo>
                <a:lnTo>
                  <a:pt x="4164238" y="0"/>
                </a:lnTo>
                <a:lnTo>
                  <a:pt x="4271743" y="210478"/>
                </a:lnTo>
                <a:cubicBezTo>
                  <a:pt x="4695097" y="1127919"/>
                  <a:pt x="4942298" y="2233909"/>
                  <a:pt x="4942298" y="3424428"/>
                </a:cubicBezTo>
                <a:cubicBezTo>
                  <a:pt x="4942298" y="4614948"/>
                  <a:pt x="4695097" y="5720938"/>
                  <a:pt x="4271743" y="6638378"/>
                </a:cubicBezTo>
                <a:lnTo>
                  <a:pt x="4159568" y="6857999"/>
                </a:lnTo>
                <a:lnTo>
                  <a:pt x="49488" y="6857999"/>
                </a:lnTo>
                <a:lnTo>
                  <a:pt x="119616" y="6721637"/>
                </a:lnTo>
                <a:cubicBezTo>
                  <a:pt x="540124" y="5863919"/>
                  <a:pt x="796416" y="4724528"/>
                  <a:pt x="796416" y="3474162"/>
                </a:cubicBezTo>
                <a:cubicBezTo>
                  <a:pt x="796416" y="2140439"/>
                  <a:pt x="504812" y="932979"/>
                  <a:pt x="33352" y="58950"/>
                </a:cubicBezTo>
                <a:close/>
              </a:path>
            </a:pathLst>
          </a:custGeom>
        </p:spPr>
      </p:pic>
      <p:sp useBgFill="1">
        <p:nvSpPr>
          <p:cNvPr id="15" name="Freeform: Shape 14">
            <a:extLst>
              <a:ext uri="{FF2B5EF4-FFF2-40B4-BE49-F238E27FC236}">
                <a16:creationId xmlns="" xmlns:a16="http://schemas.microsoft.com/office/drawing/2014/main" id="{6A0924B3-0260-445E-AFD7-9533C0D1B3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4397136" cy="6858000"/>
          </a:xfrm>
          <a:custGeom>
            <a:avLst/>
            <a:gdLst>
              <a:gd name="connsiteX0" fmla="*/ 0 w 4397136"/>
              <a:gd name="connsiteY0" fmla="*/ 0 h 6858000"/>
              <a:gd name="connsiteX1" fmla="*/ 3599069 w 4397136"/>
              <a:gd name="connsiteY1" fmla="*/ 0 h 6858000"/>
              <a:gd name="connsiteX2" fmla="*/ 3634072 w 4397136"/>
              <a:gd name="connsiteY2" fmla="*/ 58977 h 6858000"/>
              <a:gd name="connsiteX3" fmla="*/ 4397136 w 4397136"/>
              <a:gd name="connsiteY3" fmla="*/ 3474189 h 6858000"/>
              <a:gd name="connsiteX4" fmla="*/ 3802221 w 4397136"/>
              <a:gd name="connsiteY4" fmla="*/ 6546415 h 6858000"/>
              <a:gd name="connsiteX5" fmla="*/ 3649466 w 4397136"/>
              <a:gd name="connsiteY5" fmla="*/ 6858000 h 6858000"/>
              <a:gd name="connsiteX6" fmla="*/ 0 w 439713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7136" h="6858000">
                <a:moveTo>
                  <a:pt x="0" y="0"/>
                </a:moveTo>
                <a:lnTo>
                  <a:pt x="3599069" y="0"/>
                </a:lnTo>
                <a:lnTo>
                  <a:pt x="3634072" y="58977"/>
                </a:lnTo>
                <a:cubicBezTo>
                  <a:pt x="4105532" y="933006"/>
                  <a:pt x="4397136" y="2140466"/>
                  <a:pt x="4397136" y="3474189"/>
                </a:cubicBezTo>
                <a:cubicBezTo>
                  <a:pt x="4397136" y="4641197"/>
                  <a:pt x="4173877" y="5711534"/>
                  <a:pt x="3802221" y="6546415"/>
                </a:cubicBezTo>
                <a:lnTo>
                  <a:pt x="3649466"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 xmlns:a16="http://schemas.microsoft.com/office/drawing/2014/main" id="{7C34E8CB-B972-4A94-8469-315C10C2AA9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4386504" cy="6858000"/>
          </a:xfrm>
          <a:custGeom>
            <a:avLst/>
            <a:gdLst>
              <a:gd name="connsiteX0" fmla="*/ 0 w 4386504"/>
              <a:gd name="connsiteY0" fmla="*/ 0 h 6858000"/>
              <a:gd name="connsiteX1" fmla="*/ 3588437 w 4386504"/>
              <a:gd name="connsiteY1" fmla="*/ 0 h 6858000"/>
              <a:gd name="connsiteX2" fmla="*/ 3623440 w 4386504"/>
              <a:gd name="connsiteY2" fmla="*/ 58977 h 6858000"/>
              <a:gd name="connsiteX3" fmla="*/ 4386504 w 4386504"/>
              <a:gd name="connsiteY3" fmla="*/ 3474189 h 6858000"/>
              <a:gd name="connsiteX4" fmla="*/ 3791589 w 4386504"/>
              <a:gd name="connsiteY4" fmla="*/ 6546415 h 6858000"/>
              <a:gd name="connsiteX5" fmla="*/ 3638834 w 4386504"/>
              <a:gd name="connsiteY5" fmla="*/ 6858000 h 6858000"/>
              <a:gd name="connsiteX6" fmla="*/ 0 w 438650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6504" h="6858000">
                <a:moveTo>
                  <a:pt x="0" y="0"/>
                </a:moveTo>
                <a:lnTo>
                  <a:pt x="3588437" y="0"/>
                </a:lnTo>
                <a:lnTo>
                  <a:pt x="3623440" y="58977"/>
                </a:lnTo>
                <a:cubicBezTo>
                  <a:pt x="4094900" y="933006"/>
                  <a:pt x="4386504" y="2140466"/>
                  <a:pt x="4386504" y="3474189"/>
                </a:cubicBezTo>
                <a:cubicBezTo>
                  <a:pt x="4386504" y="4641197"/>
                  <a:pt x="4163245" y="5711534"/>
                  <a:pt x="3791589" y="6546415"/>
                </a:cubicBezTo>
                <a:lnTo>
                  <a:pt x="3638834"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1">
            <a:extLst>
              <a:ext uri="{FF2B5EF4-FFF2-40B4-BE49-F238E27FC236}">
                <a16:creationId xmlns="" xmlns:a16="http://schemas.microsoft.com/office/drawing/2014/main" id="{090FE99D-9368-324C-15EE-A7A073111F72}"/>
              </a:ext>
            </a:extLst>
          </p:cNvPr>
          <p:cNvSpPr txBox="1">
            <a:spLocks/>
          </p:cNvSpPr>
          <p:nvPr/>
        </p:nvSpPr>
        <p:spPr>
          <a:xfrm>
            <a:off x="438913" y="1511589"/>
            <a:ext cx="3430958" cy="289643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000" kern="1200" dirty="0">
                <a:solidFill>
                  <a:schemeClr val="tx1"/>
                </a:solidFill>
                <a:latin typeface="+mj-lt"/>
                <a:ea typeface="+mj-ea"/>
                <a:cs typeface="+mj-cs"/>
              </a:rPr>
              <a:t>Sample at OHT</a:t>
            </a:r>
          </a:p>
          <a:p>
            <a:pPr algn="l">
              <a:spcAft>
                <a:spcPts val="600"/>
              </a:spcAft>
            </a:pPr>
            <a:r>
              <a:rPr lang="en-US" sz="4000" dirty="0"/>
              <a:t>&amp; </a:t>
            </a:r>
          </a:p>
          <a:p>
            <a:pPr algn="l">
              <a:spcAft>
                <a:spcPts val="600"/>
              </a:spcAft>
            </a:pPr>
            <a:r>
              <a:rPr lang="en-US" sz="4000" kern="1200" dirty="0">
                <a:solidFill>
                  <a:schemeClr val="tx1"/>
                </a:solidFill>
                <a:latin typeface="+mj-lt"/>
                <a:ea typeface="+mj-ea"/>
                <a:cs typeface="+mj-cs"/>
              </a:rPr>
              <a:t>Beneficiary at Village</a:t>
            </a:r>
          </a:p>
        </p:txBody>
      </p:sp>
      <p:sp>
        <p:nvSpPr>
          <p:cNvPr id="19" name="Rectangle 18">
            <a:extLst>
              <a:ext uri="{FF2B5EF4-FFF2-40B4-BE49-F238E27FC236}">
                <a16:creationId xmlns="" xmlns:a16="http://schemas.microsoft.com/office/drawing/2014/main" id="{114A821F-8663-46BA-8CC0-D4C44F639F3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767989"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sp>
        <p:nvSpPr>
          <p:cNvPr id="21" name="Rectangle 20">
            <a:extLst>
              <a:ext uri="{FF2B5EF4-FFF2-40B4-BE49-F238E27FC236}">
                <a16:creationId xmlns="" xmlns:a16="http://schemas.microsoft.com/office/drawing/2014/main" id="{67EF550F-47CE-4FB2-9DAC-12AD835C833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38912" y="4544568"/>
            <a:ext cx="341496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65209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7839F32-6B84-6AA5-14DE-3E0CE8D6E28F}"/>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 xmlns:a16="http://schemas.microsoft.com/office/drawing/2014/main" id="{683F7A6F-5EBA-C890-1C6E-C20AC33ABB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14350"/>
            <a:ext cx="12192000" cy="5829300"/>
          </a:xfrm>
          <a:prstGeom prst="rect">
            <a:avLst/>
          </a:prstGeom>
        </p:spPr>
      </p:pic>
    </p:spTree>
    <p:extLst>
      <p:ext uri="{BB962C8B-B14F-4D97-AF65-F5344CB8AC3E}">
        <p14:creationId xmlns:p14="http://schemas.microsoft.com/office/powerpoint/2010/main" val="27807095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554F9F6-54BB-982A-7C6E-2E4B0001AF2C}"/>
            </a:ext>
          </a:extLst>
        </p:cNvPr>
        <p:cNvGrpSpPr/>
        <p:nvPr/>
      </p:nvGrpSpPr>
      <p:grpSpPr>
        <a:xfrm>
          <a:off x="0" y="0"/>
          <a:ext cx="0" cy="0"/>
          <a:chOff x="0" y="0"/>
          <a:chExt cx="0" cy="0"/>
        </a:xfrm>
      </p:grpSpPr>
      <p:pic>
        <p:nvPicPr>
          <p:cNvPr id="6" name="Picture 5" descr="A close-up of a test tube&#10;&#10;AI-generated content may be incorrect.">
            <a:extLst>
              <a:ext uri="{FF2B5EF4-FFF2-40B4-BE49-F238E27FC236}">
                <a16:creationId xmlns="" xmlns:a16="http://schemas.microsoft.com/office/drawing/2014/main" id="{0E48117F-8613-B047-9BB1-FD5231DEDE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8640"/>
            <a:ext cx="12192000" cy="5760720"/>
          </a:xfrm>
          <a:prstGeom prst="rect">
            <a:avLst/>
          </a:prstGeom>
        </p:spPr>
      </p:pic>
    </p:spTree>
    <p:extLst>
      <p:ext uri="{BB962C8B-B14F-4D97-AF65-F5344CB8AC3E}">
        <p14:creationId xmlns:p14="http://schemas.microsoft.com/office/powerpoint/2010/main" val="25588363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EB33781-B764-AA67-3E78-E065FB5B6453}"/>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 xmlns:a16="http://schemas.microsoft.com/office/drawing/2014/main" id="{A66CB164-EA72-BBCE-8B4A-793E1732D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62966"/>
            <a:ext cx="12192000" cy="5932068"/>
          </a:xfrm>
          <a:prstGeom prst="rect">
            <a:avLst/>
          </a:prstGeom>
        </p:spPr>
      </p:pic>
    </p:spTree>
    <p:extLst>
      <p:ext uri="{BB962C8B-B14F-4D97-AF65-F5344CB8AC3E}">
        <p14:creationId xmlns:p14="http://schemas.microsoft.com/office/powerpoint/2010/main" val="3569263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89D34B1-DD0B-889A-2335-89CC9164E8F8}"/>
            </a:ext>
          </a:extLst>
        </p:cNvPr>
        <p:cNvGrpSpPr/>
        <p:nvPr/>
      </p:nvGrpSpPr>
      <p:grpSpPr>
        <a:xfrm>
          <a:off x="0" y="0"/>
          <a:ext cx="0" cy="0"/>
          <a:chOff x="0" y="0"/>
          <a:chExt cx="0" cy="0"/>
        </a:xfrm>
      </p:grpSpPr>
      <p:pic>
        <p:nvPicPr>
          <p:cNvPr id="3" name="Picture 2" descr="A screenshot of a test report&#10;&#10;AI-generated content may be incorrect.">
            <a:extLst>
              <a:ext uri="{FF2B5EF4-FFF2-40B4-BE49-F238E27FC236}">
                <a16:creationId xmlns="" xmlns:a16="http://schemas.microsoft.com/office/drawing/2014/main" id="{E648CD75-EF1C-905E-0C27-BD2343FFA5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83870"/>
            <a:ext cx="12192000" cy="5890260"/>
          </a:xfrm>
          <a:prstGeom prst="rect">
            <a:avLst/>
          </a:prstGeom>
        </p:spPr>
      </p:pic>
    </p:spTree>
    <p:extLst>
      <p:ext uri="{BB962C8B-B14F-4D97-AF65-F5344CB8AC3E}">
        <p14:creationId xmlns:p14="http://schemas.microsoft.com/office/powerpoint/2010/main" val="13536367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D8E810F-1E91-DF4D-F1BD-75A62E8DC3D7}"/>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A396C3E4-61A0-4D3D-9F48-7BF18EE2809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14125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33EDB57-1DD2-A202-A316-DBB30D7556CD}"/>
            </a:ext>
          </a:extLst>
        </p:cNvPr>
        <p:cNvGrpSpPr/>
        <p:nvPr/>
      </p:nvGrpSpPr>
      <p:grpSpPr>
        <a:xfrm>
          <a:off x="0" y="0"/>
          <a:ext cx="0" cy="0"/>
          <a:chOff x="0" y="0"/>
          <a:chExt cx="0" cy="0"/>
        </a:xfrm>
      </p:grpSpPr>
      <p:sp>
        <p:nvSpPr>
          <p:cNvPr id="3" name="Subtitle 2">
            <a:extLst>
              <a:ext uri="{FF2B5EF4-FFF2-40B4-BE49-F238E27FC236}">
                <a16:creationId xmlns="" xmlns:a16="http://schemas.microsoft.com/office/drawing/2014/main" id="{F3252E17-B9C3-C870-D24C-9079E82D1D52}"/>
              </a:ext>
            </a:extLst>
          </p:cNvPr>
          <p:cNvSpPr>
            <a:spLocks noGrp="1"/>
          </p:cNvSpPr>
          <p:nvPr>
            <p:ph type="subTitle" idx="1"/>
          </p:nvPr>
        </p:nvSpPr>
        <p:spPr>
          <a:xfrm>
            <a:off x="1498362" y="2217619"/>
            <a:ext cx="9144000" cy="1655762"/>
          </a:xfrm>
        </p:spPr>
        <p:txBody>
          <a:bodyPr>
            <a:noAutofit/>
          </a:bodyPr>
          <a:lstStyle/>
          <a:p>
            <a:r>
              <a:rPr lang="en-US" sz="3200" b="1" dirty="0"/>
              <a:t>To view MPJN Water Supply Network on </a:t>
            </a:r>
            <a:r>
              <a:rPr lang="en-US" sz="3200" b="1" dirty="0" err="1"/>
              <a:t>Geoportal</a:t>
            </a:r>
            <a:endParaRPr lang="en-US" sz="3200" b="1" dirty="0"/>
          </a:p>
          <a:p>
            <a:endParaRPr lang="en-US" sz="3200" b="1" dirty="0"/>
          </a:p>
          <a:p>
            <a:r>
              <a:rPr lang="en-US" sz="3200" b="1" dirty="0">
                <a:solidFill>
                  <a:srgbClr val="00B0F0"/>
                </a:solidFill>
              </a:rPr>
              <a:t>https://jalrekha.mp.gov.in/MPPHE_New/</a:t>
            </a:r>
          </a:p>
        </p:txBody>
      </p:sp>
    </p:spTree>
    <p:extLst>
      <p:ext uri="{BB962C8B-B14F-4D97-AF65-F5344CB8AC3E}">
        <p14:creationId xmlns:p14="http://schemas.microsoft.com/office/powerpoint/2010/main" val="1770033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4963"/>
          <a:stretch/>
        </p:blipFill>
        <p:spPr>
          <a:xfrm>
            <a:off x="152400" y="368300"/>
            <a:ext cx="11912600" cy="6350000"/>
          </a:xfrm>
          <a:prstGeom prst="rect">
            <a:avLst/>
          </a:prstGeom>
        </p:spPr>
      </p:pic>
      <p:sp>
        <p:nvSpPr>
          <p:cNvPr id="6" name="Subtitle 2"/>
          <p:cNvSpPr>
            <a:spLocks noGrp="1"/>
          </p:cNvSpPr>
          <p:nvPr>
            <p:ph type="subTitle" idx="1"/>
          </p:nvPr>
        </p:nvSpPr>
        <p:spPr>
          <a:xfrm>
            <a:off x="3510042" y="7071359"/>
            <a:ext cx="9144000" cy="688221"/>
          </a:xfrm>
        </p:spPr>
        <p:txBody>
          <a:bodyPr>
            <a:normAutofit/>
          </a:bodyPr>
          <a:lstStyle/>
          <a:p>
            <a:r>
              <a:rPr lang="en-US" sz="3600" b="1" dirty="0">
                <a:solidFill>
                  <a:srgbClr val="002060"/>
                </a:solidFill>
              </a:rPr>
              <a:t>Main </a:t>
            </a:r>
            <a:r>
              <a:rPr lang="en-US" sz="3600" b="1" dirty="0" err="1">
                <a:solidFill>
                  <a:srgbClr val="002060"/>
                </a:solidFill>
              </a:rPr>
              <a:t>Geoportal</a:t>
            </a:r>
            <a:endParaRPr lang="en-US" sz="3600" b="1" dirty="0">
              <a:solidFill>
                <a:srgbClr val="002060"/>
              </a:solidFill>
            </a:endParaRPr>
          </a:p>
        </p:txBody>
      </p:sp>
      <p:cxnSp>
        <p:nvCxnSpPr>
          <p:cNvPr id="9" name="Straight Arrow Connector 8"/>
          <p:cNvCxnSpPr/>
          <p:nvPr/>
        </p:nvCxnSpPr>
        <p:spPr>
          <a:xfrm flipH="1">
            <a:off x="513080" y="368300"/>
            <a:ext cx="822960" cy="3352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Subtitle 2"/>
          <p:cNvSpPr txBox="1">
            <a:spLocks/>
          </p:cNvSpPr>
          <p:nvPr/>
        </p:nvSpPr>
        <p:spPr>
          <a:xfrm>
            <a:off x="1336040" y="0"/>
            <a:ext cx="1953260" cy="6882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b="1" dirty="0">
                <a:solidFill>
                  <a:srgbClr val="002060"/>
                </a:solidFill>
              </a:rPr>
              <a:t>Click on this</a:t>
            </a:r>
          </a:p>
        </p:txBody>
      </p:sp>
    </p:spTree>
    <p:extLst>
      <p:ext uri="{BB962C8B-B14F-4D97-AF65-F5344CB8AC3E}">
        <p14:creationId xmlns:p14="http://schemas.microsoft.com/office/powerpoint/2010/main" val="31939305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a:spLocks noGrp="1"/>
          </p:cNvSpPr>
          <p:nvPr>
            <p:ph type="subTitle" idx="1"/>
          </p:nvPr>
        </p:nvSpPr>
        <p:spPr>
          <a:xfrm>
            <a:off x="1498362" y="2217619"/>
            <a:ext cx="9144000" cy="1655762"/>
          </a:xfrm>
        </p:spPr>
        <p:txBody>
          <a:bodyPr>
            <a:normAutofit fontScale="92500" lnSpcReduction="20000"/>
          </a:bodyPr>
          <a:lstStyle/>
          <a:p>
            <a:r>
              <a:rPr lang="en-US" dirty="0"/>
              <a:t>1. Click on Administrative Boundary and click on check box of Village.</a:t>
            </a:r>
          </a:p>
          <a:p>
            <a:r>
              <a:rPr lang="en-US" dirty="0"/>
              <a:t>2. Click on MPJN Tab – There are 2 Tab of Design and Drawing &amp; Field Survey Data</a:t>
            </a:r>
          </a:p>
          <a:p>
            <a:r>
              <a:rPr lang="en-US" dirty="0"/>
              <a:t>3. In both tab layers of water supply components there, click on check box to view. Zoom on particular area to view.</a:t>
            </a:r>
          </a:p>
        </p:txBody>
      </p:sp>
    </p:spTree>
    <p:extLst>
      <p:ext uri="{BB962C8B-B14F-4D97-AF65-F5344CB8AC3E}">
        <p14:creationId xmlns:p14="http://schemas.microsoft.com/office/powerpoint/2010/main" val="16766874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43387" y="138112"/>
            <a:ext cx="4010025" cy="6581775"/>
          </a:xfrm>
          <a:prstGeom prst="rect">
            <a:avLst/>
          </a:prstGeom>
        </p:spPr>
      </p:pic>
      <p:pic>
        <p:nvPicPr>
          <p:cNvPr id="3" name="Picture 2"/>
          <p:cNvPicPr>
            <a:picLocks noChangeAspect="1"/>
          </p:cNvPicPr>
          <p:nvPr/>
        </p:nvPicPr>
        <p:blipFill rotWithShape="1">
          <a:blip r:embed="rId3"/>
          <a:srcRect b="22153"/>
          <a:stretch/>
        </p:blipFill>
        <p:spPr>
          <a:xfrm>
            <a:off x="176212" y="138113"/>
            <a:ext cx="4067175" cy="5820728"/>
          </a:xfrm>
          <a:prstGeom prst="rect">
            <a:avLst/>
          </a:prstGeom>
        </p:spPr>
      </p:pic>
      <p:pic>
        <p:nvPicPr>
          <p:cNvPr id="4" name="Picture 3"/>
          <p:cNvPicPr>
            <a:picLocks noChangeAspect="1"/>
          </p:cNvPicPr>
          <p:nvPr/>
        </p:nvPicPr>
        <p:blipFill>
          <a:blip r:embed="rId4"/>
          <a:stretch>
            <a:fillRect/>
          </a:stretch>
        </p:blipFill>
        <p:spPr>
          <a:xfrm>
            <a:off x="8434387" y="138112"/>
            <a:ext cx="4010025" cy="6410325"/>
          </a:xfrm>
          <a:prstGeom prst="rect">
            <a:avLst/>
          </a:prstGeom>
        </p:spPr>
      </p:pic>
    </p:spTree>
    <p:extLst>
      <p:ext uri="{BB962C8B-B14F-4D97-AF65-F5344CB8AC3E}">
        <p14:creationId xmlns:p14="http://schemas.microsoft.com/office/powerpoint/2010/main" val="14517758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1601" y="165100"/>
            <a:ext cx="11988800" cy="6502400"/>
          </a:xfrm>
          <a:prstGeom prst="rect">
            <a:avLst/>
          </a:prstGeom>
        </p:spPr>
      </p:pic>
      <p:sp>
        <p:nvSpPr>
          <p:cNvPr id="3" name="TextBox 2"/>
          <p:cNvSpPr txBox="1"/>
          <p:nvPr/>
        </p:nvSpPr>
        <p:spPr>
          <a:xfrm>
            <a:off x="1615440" y="1950720"/>
            <a:ext cx="3657600" cy="954107"/>
          </a:xfrm>
          <a:prstGeom prst="rect">
            <a:avLst/>
          </a:prstGeom>
          <a:noFill/>
        </p:spPr>
        <p:txBody>
          <a:bodyPr wrap="square" rtlCol="0">
            <a:spAutoFit/>
          </a:bodyPr>
          <a:lstStyle/>
          <a:p>
            <a:r>
              <a:rPr lang="en-US" sz="2800" b="1" dirty="0"/>
              <a:t>Red line showing Proposed distribution</a:t>
            </a:r>
          </a:p>
        </p:txBody>
      </p:sp>
    </p:spTree>
    <p:extLst>
      <p:ext uri="{BB962C8B-B14F-4D97-AF65-F5344CB8AC3E}">
        <p14:creationId xmlns:p14="http://schemas.microsoft.com/office/powerpoint/2010/main" val="20764765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5900" y="1"/>
            <a:ext cx="11798300" cy="6680200"/>
          </a:xfrm>
          <a:prstGeom prst="rect">
            <a:avLst/>
          </a:prstGeom>
        </p:spPr>
      </p:pic>
      <p:sp>
        <p:nvSpPr>
          <p:cNvPr id="3" name="TextBox 2"/>
          <p:cNvSpPr txBox="1"/>
          <p:nvPr/>
        </p:nvSpPr>
        <p:spPr>
          <a:xfrm>
            <a:off x="3404870" y="5288340"/>
            <a:ext cx="6230620" cy="1569660"/>
          </a:xfrm>
          <a:prstGeom prst="rect">
            <a:avLst/>
          </a:prstGeom>
          <a:noFill/>
        </p:spPr>
        <p:txBody>
          <a:bodyPr wrap="square" rtlCol="0">
            <a:spAutoFit/>
          </a:bodyPr>
          <a:lstStyle/>
          <a:p>
            <a:r>
              <a:rPr lang="en-US" sz="2400" b="1" dirty="0"/>
              <a:t>Green line showing Laid Surveyed line (asset mapping using </a:t>
            </a:r>
            <a:r>
              <a:rPr lang="en-US" sz="2400" b="1" dirty="0" err="1"/>
              <a:t>Jal</a:t>
            </a:r>
            <a:r>
              <a:rPr lang="en-US" sz="2400" b="1" dirty="0"/>
              <a:t> </a:t>
            </a:r>
            <a:r>
              <a:rPr lang="en-US" sz="2400" b="1" dirty="0" err="1"/>
              <a:t>Rekha</a:t>
            </a:r>
            <a:r>
              <a:rPr lang="en-US" sz="2400" b="1" dirty="0"/>
              <a:t> App)</a:t>
            </a:r>
          </a:p>
          <a:p>
            <a:r>
              <a:rPr lang="en-US" sz="2400" b="1" dirty="0"/>
              <a:t>You can overlay both Proposed &amp; Surveyed line. Click on-off on check box.</a:t>
            </a:r>
          </a:p>
        </p:txBody>
      </p:sp>
      <p:sp>
        <p:nvSpPr>
          <p:cNvPr id="8" name="TextBox 7"/>
          <p:cNvSpPr txBox="1"/>
          <p:nvPr/>
        </p:nvSpPr>
        <p:spPr>
          <a:xfrm>
            <a:off x="9253182" y="4610100"/>
            <a:ext cx="2938818" cy="830997"/>
          </a:xfrm>
          <a:prstGeom prst="rect">
            <a:avLst/>
          </a:prstGeom>
          <a:noFill/>
        </p:spPr>
        <p:txBody>
          <a:bodyPr wrap="none" rtlCol="0">
            <a:spAutoFit/>
          </a:bodyPr>
          <a:lstStyle/>
          <a:p>
            <a:r>
              <a:rPr lang="en-US" sz="2400" b="1" dirty="0"/>
              <a:t>Click on this to layers </a:t>
            </a:r>
          </a:p>
          <a:p>
            <a:r>
              <a:rPr lang="en-US" sz="2400" b="1" dirty="0"/>
              <a:t>on Satellite image</a:t>
            </a:r>
          </a:p>
        </p:txBody>
      </p:sp>
      <p:cxnSp>
        <p:nvCxnSpPr>
          <p:cNvPr id="10" name="Straight Arrow Connector 9"/>
          <p:cNvCxnSpPr/>
          <p:nvPr/>
        </p:nvCxnSpPr>
        <p:spPr>
          <a:xfrm>
            <a:off x="11099800" y="5288340"/>
            <a:ext cx="452120" cy="6632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0690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 y="127000"/>
            <a:ext cx="11935458" cy="6642100"/>
          </a:xfrm>
          <a:prstGeom prst="rect">
            <a:avLst/>
          </a:prstGeom>
        </p:spPr>
      </p:pic>
    </p:spTree>
    <p:extLst>
      <p:ext uri="{BB962C8B-B14F-4D97-AF65-F5344CB8AC3E}">
        <p14:creationId xmlns:p14="http://schemas.microsoft.com/office/powerpoint/2010/main" val="23838296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5899" y="0"/>
            <a:ext cx="11874501" cy="6667500"/>
          </a:xfrm>
          <a:prstGeom prst="rect">
            <a:avLst/>
          </a:prstGeom>
        </p:spPr>
      </p:pic>
      <p:sp>
        <p:nvSpPr>
          <p:cNvPr id="3" name="TextBox 2"/>
          <p:cNvSpPr txBox="1"/>
          <p:nvPr/>
        </p:nvSpPr>
        <p:spPr>
          <a:xfrm>
            <a:off x="9095740" y="3583940"/>
            <a:ext cx="2529840" cy="1200329"/>
          </a:xfrm>
          <a:prstGeom prst="rect">
            <a:avLst/>
          </a:prstGeom>
          <a:noFill/>
        </p:spPr>
        <p:txBody>
          <a:bodyPr wrap="square" rtlCol="0">
            <a:spAutoFit/>
          </a:bodyPr>
          <a:lstStyle/>
          <a:p>
            <a:r>
              <a:rPr lang="en-US" sz="2400" b="1" dirty="0">
                <a:solidFill>
                  <a:srgbClr val="FFFF00"/>
                </a:solidFill>
              </a:rPr>
              <a:t>Click on line or point to see attribute detail</a:t>
            </a:r>
          </a:p>
        </p:txBody>
      </p:sp>
    </p:spTree>
    <p:extLst>
      <p:ext uri="{BB962C8B-B14F-4D97-AF65-F5344CB8AC3E}">
        <p14:creationId xmlns:p14="http://schemas.microsoft.com/office/powerpoint/2010/main" val="1172772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Subtitle 2">
            <a:extLst>
              <a:ext uri="{FF2B5EF4-FFF2-40B4-BE49-F238E27FC236}">
                <a16:creationId xmlns="" xmlns:a16="http://schemas.microsoft.com/office/drawing/2014/main" id="{5100332F-F2C1-4CBC-BA57-7FB5CF4AB65C}"/>
              </a:ext>
            </a:extLst>
          </p:cNvPr>
          <p:cNvSpPr txBox="1">
            <a:spLocks/>
          </p:cNvSpPr>
          <p:nvPr/>
        </p:nvSpPr>
        <p:spPr>
          <a:xfrm>
            <a:off x="4964756" y="2476384"/>
            <a:ext cx="6586915" cy="1905232"/>
          </a:xfrm>
          <a:prstGeom prst="rect">
            <a:avLst/>
          </a:prstGeom>
        </p:spPr>
        <p:txBody>
          <a:bodyPr vert="horz" lIns="91440" tIns="45720" rIns="91440" bIns="45720" rtlCol="0" anchor="ctr">
            <a:normAutofit/>
          </a:bodyPr>
          <a:lstStyle/>
          <a:p>
            <a:pPr marR="0" lvl="0" fontAlgn="auto">
              <a:lnSpc>
                <a:spcPct val="90000"/>
              </a:lnSpc>
              <a:spcBef>
                <a:spcPts val="0"/>
              </a:spcBef>
              <a:spcAft>
                <a:spcPts val="600"/>
              </a:spcAft>
              <a:buClrTx/>
              <a:buSzTx/>
              <a:tabLst/>
              <a:defRPr/>
            </a:pPr>
            <a:r>
              <a:rPr kumimoji="0" lang="en-US" sz="4400" b="1" i="0" u="none" strike="noStrike" cap="none" spc="0" normalizeH="0" baseline="0" noProof="0">
                <a:ln>
                  <a:noFill/>
                </a:ln>
                <a:effectLst/>
                <a:uLnTx/>
                <a:uFillTx/>
              </a:rPr>
              <a:t>Thank you</a:t>
            </a:r>
          </a:p>
        </p:txBody>
      </p:sp>
      <p:sp>
        <p:nvSpPr>
          <p:cNvPr id="4" name="Slide Number Placeholder 3">
            <a:extLst>
              <a:ext uri="{FF2B5EF4-FFF2-40B4-BE49-F238E27FC236}">
                <a16:creationId xmlns="" xmlns:a16="http://schemas.microsoft.com/office/drawing/2014/main" id="{99299158-527F-6754-19C6-C51FAA065890}"/>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744D0855-E517-46AC-9D7A-05E085B75278}" type="slidenum">
              <a:rPr lang="en-US" smtClean="0"/>
              <a:pPr>
                <a:spcAft>
                  <a:spcPts val="600"/>
                </a:spcAft>
              </a:pPr>
              <a:t>39</a:t>
            </a:fld>
            <a:endParaRPr lang="en-US"/>
          </a:p>
        </p:txBody>
      </p:sp>
    </p:spTree>
    <p:extLst>
      <p:ext uri="{BB962C8B-B14F-4D97-AF65-F5344CB8AC3E}">
        <p14:creationId xmlns:p14="http://schemas.microsoft.com/office/powerpoint/2010/main" val="5364333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EY light background">
  <a:themeElements>
    <a:clrScheme name="Custom 8">
      <a:dk1>
        <a:srgbClr val="FFFFFF"/>
      </a:dk1>
      <a:lt1>
        <a:srgbClr val="2E2E38"/>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1030</TotalTime>
  <Words>717</Words>
  <Application>Microsoft Office PowerPoint</Application>
  <PresentationFormat>Widescreen</PresentationFormat>
  <Paragraphs>84</Paragraphs>
  <Slides>39</Slides>
  <Notes>17</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39</vt:i4>
      </vt:variant>
    </vt:vector>
  </HeadingPairs>
  <TitlesOfParts>
    <vt:vector size="52" baseType="lpstr">
      <vt:lpstr>Arial</vt:lpstr>
      <vt:lpstr>Avenir Next LT Pro</vt:lpstr>
      <vt:lpstr>Calibri</vt:lpstr>
      <vt:lpstr>Calibri Light</vt:lpstr>
      <vt:lpstr>EYInterstate</vt:lpstr>
      <vt:lpstr>EYInterstate Light</vt:lpstr>
      <vt:lpstr>Georgia</vt:lpstr>
      <vt:lpstr>Mangal</vt:lpstr>
      <vt:lpstr>Segoe UI</vt:lpstr>
      <vt:lpstr>Times New Roman</vt:lpstr>
      <vt:lpstr>Wingdings</vt:lpstr>
      <vt:lpstr>Office Theme</vt:lpstr>
      <vt:lpstr>2_EY light background</vt:lpstr>
      <vt:lpstr>PowerPoint Presentation</vt:lpstr>
      <vt:lpstr>PowerPoint Presentation</vt:lpstr>
      <vt:lpstr>PowerPoint Presentation</vt:lpstr>
      <vt:lpstr>PowerPoint Presentation</vt:lpstr>
      <vt:lpstr>PowerPoint Presentation</vt:lpstr>
      <vt:lpstr>PowerPoint Presentation</vt:lpstr>
      <vt:lpstr>Dhara Module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Nirmal Module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MPJN PMU</dc:creator>
  <cp:lastModifiedBy>Microsoft account</cp:lastModifiedBy>
  <cp:revision>42</cp:revision>
  <cp:lastPrinted>2025-03-05T07:21:06Z</cp:lastPrinted>
  <dcterms:created xsi:type="dcterms:W3CDTF">2024-03-26T05:28:29Z</dcterms:created>
  <dcterms:modified xsi:type="dcterms:W3CDTF">2026-02-14T05:59:26Z</dcterms:modified>
</cp:coreProperties>
</file>